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0f29671d5e40de" /><Relationship Type="http://schemas.openxmlformats.org/officeDocument/2006/relationships/extended-properties" Target="/docProps/app.xml" Id="R78c7cbbc2ddb422e" /><Relationship Type="http://schemas.openxmlformats.org/officeDocument/2006/relationships/officeDocument" Target="/ppt/presentation.xml" Id="R62c3f976d9f54ab7" /></Relationships>
</file>

<file path=ppt/presentation.xml><?xml version="1.0" encoding="utf-8"?>
<p:presentation xmlns:p="http://schemas.openxmlformats.org/presentationml/2006/main">
  <p:sldMasterIdLst>
    <p:sldMasterId xmlns:r="http://schemas.openxmlformats.org/officeDocument/2006/relationships" id="2147483648" r:id="R5fe993cde3d94c03"/>
  </p:sldMasterIdLst>
  <p:notesMasterIdLst>
    <p:notesMasterId xmlns:r="http://schemas.openxmlformats.org/officeDocument/2006/relationships" r:id="Ra7795eba4a174a9f"/>
  </p:notesMasterIdLst>
  <p:sldIdLst>
    <p:sldId xmlns:r="http://schemas.openxmlformats.org/officeDocument/2006/relationships" id="256" r:id="R0f06b223537849ab"/>
    <p:sldId xmlns:r="http://schemas.openxmlformats.org/officeDocument/2006/relationships" id="257" r:id="Rebe35a5a34b34328"/>
    <p:sldId xmlns:r="http://schemas.openxmlformats.org/officeDocument/2006/relationships" id="258" r:id="R61125575d6ab4cd9"/>
    <p:sldId xmlns:r="http://schemas.openxmlformats.org/officeDocument/2006/relationships" id="259" r:id="R68c50353865247f1"/>
    <p:sldId xmlns:r="http://schemas.openxmlformats.org/officeDocument/2006/relationships" id="260" r:id="R03ae81f1cd5f42d6"/>
    <p:sldId xmlns:r="http://schemas.openxmlformats.org/officeDocument/2006/relationships" id="261" r:id="R7cb040436bbd40b2"/>
    <p:sldId xmlns:r="http://schemas.openxmlformats.org/officeDocument/2006/relationships" id="262" r:id="R74997c43325d4acf"/>
    <p:sldId xmlns:r="http://schemas.openxmlformats.org/officeDocument/2006/relationships" id="263" r:id="R0b88cceb46f44228"/>
    <p:sldId xmlns:r="http://schemas.openxmlformats.org/officeDocument/2006/relationships" id="264" r:id="Rde9e7743ff2d4ea3"/>
    <p:sldId xmlns:r="http://schemas.openxmlformats.org/officeDocument/2006/relationships" id="265" r:id="R1921a16a9c13484b"/>
    <p:sldId xmlns:r="http://schemas.openxmlformats.org/officeDocument/2006/relationships" id="266" r:id="R9228b2d208dd4574"/>
    <p:sldId xmlns:r="http://schemas.openxmlformats.org/officeDocument/2006/relationships" id="267" r:id="Rbadfb8278a0243f1"/>
    <p:sldId xmlns:r="http://schemas.openxmlformats.org/officeDocument/2006/relationships" id="268" r:id="Rc09c57b4a3344a00"/>
    <p:sldId xmlns:r="http://schemas.openxmlformats.org/officeDocument/2006/relationships" id="269" r:id="R3b668744a1554b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cebd9aad8d94094" /><Relationship Type="http://schemas.openxmlformats.org/officeDocument/2006/relationships/slideMaster" Target="/ppt/slideMasters/slideMaster1.xml" Id="R5fe993cde3d94c03" /><Relationship Type="http://schemas.openxmlformats.org/officeDocument/2006/relationships/notesMaster" Target="/ppt/notesMasters/notesMaster1.xml" Id="Ra7795eba4a174a9f" /><Relationship Type="http://schemas.openxmlformats.org/officeDocument/2006/relationships/presProps" Target="/ppt/presProps.xml" Id="R134cbe4fa0c8470c" /><Relationship Type="http://schemas.openxmlformats.org/officeDocument/2006/relationships/viewProps" Target="/ppt/viewProps.xml" Id="R58550943a0de4bfe" /><Relationship Type="http://schemas.openxmlformats.org/officeDocument/2006/relationships/tableStyles" Target="/ppt/tableStyles.xml" Id="Rf7a1965bfc774fbc" /><Relationship Type="http://schemas.openxmlformats.org/officeDocument/2006/relationships/slide" Target="/ppt/slides/slide1.xml" Id="R0f06b223537849ab" /><Relationship Type="http://schemas.openxmlformats.org/officeDocument/2006/relationships/slide" Target="/ppt/slides/slide2.xml" Id="Rebe35a5a34b34328" /><Relationship Type="http://schemas.openxmlformats.org/officeDocument/2006/relationships/slide" Target="/ppt/slides/slide3.xml" Id="R61125575d6ab4cd9" /><Relationship Type="http://schemas.openxmlformats.org/officeDocument/2006/relationships/slide" Target="/ppt/slides/slide4.xml" Id="R68c50353865247f1" /><Relationship Type="http://schemas.openxmlformats.org/officeDocument/2006/relationships/slide" Target="/ppt/slides/slide5.xml" Id="R03ae81f1cd5f42d6" /><Relationship Type="http://schemas.openxmlformats.org/officeDocument/2006/relationships/slide" Target="/ppt/slides/slide6.xml" Id="R7cb040436bbd40b2" /><Relationship Type="http://schemas.openxmlformats.org/officeDocument/2006/relationships/slide" Target="/ppt/slides/slide7.xml" Id="R74997c43325d4acf" /><Relationship Type="http://schemas.openxmlformats.org/officeDocument/2006/relationships/slide" Target="/ppt/slides/slide8.xml" Id="R0b88cceb46f44228" /><Relationship Type="http://schemas.openxmlformats.org/officeDocument/2006/relationships/slide" Target="/ppt/slides/slide9.xml" Id="Rde9e7743ff2d4ea3" /><Relationship Type="http://schemas.openxmlformats.org/officeDocument/2006/relationships/slide" Target="/ppt/slides/slide10.xml" Id="R1921a16a9c13484b" /><Relationship Type="http://schemas.openxmlformats.org/officeDocument/2006/relationships/slide" Target="/ppt/slides/slide11.xml" Id="R9228b2d208dd4574" /><Relationship Type="http://schemas.openxmlformats.org/officeDocument/2006/relationships/slide" Target="/ppt/slides/slide12.xml" Id="Rbadfb8278a0243f1" /><Relationship Type="http://schemas.openxmlformats.org/officeDocument/2006/relationships/slide" Target="/ppt/slides/slide13.xml" Id="Rc09c57b4a3344a00" /><Relationship Type="http://schemas.openxmlformats.org/officeDocument/2006/relationships/slide" Target="/ppt/slides/slide14.xml" Id="R3b668744a1554b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b2942422094b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52ddcf2c7b4a55" /><Relationship Type="http://schemas.openxmlformats.org/officeDocument/2006/relationships/notesMaster" Target="/ppt/notesMasters/notesMaster1.xml" Id="Rb9a6c70046c04d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c1326dff8c4a07" /><Relationship Type="http://schemas.openxmlformats.org/officeDocument/2006/relationships/notesMaster" Target="/ppt/notesMasters/notesMaster1.xml" Id="R8ef3fc814e134f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855aabd5a94467" /><Relationship Type="http://schemas.openxmlformats.org/officeDocument/2006/relationships/notesMaster" Target="/ppt/notesMasters/notesMaster1.xml" Id="Ra8e8b08c130541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a020e8046643fe" /><Relationship Type="http://schemas.openxmlformats.org/officeDocument/2006/relationships/notesMaster" Target="/ppt/notesMasters/notesMaster1.xml" Id="R25ad2b4d2eed4f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6433b58e9d4968" /><Relationship Type="http://schemas.openxmlformats.org/officeDocument/2006/relationships/notesMaster" Target="/ppt/notesMasters/notesMaster1.xml" Id="Rab3c9290e85849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9f748647f14308" /><Relationship Type="http://schemas.openxmlformats.org/officeDocument/2006/relationships/notesMaster" Target="/ppt/notesMasters/notesMaster1.xml" Id="R7c766c1f9c0d45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c6903c94e04e40" /><Relationship Type="http://schemas.openxmlformats.org/officeDocument/2006/relationships/notesMaster" Target="/ppt/notesMasters/notesMaster1.xml" Id="R98148ec9848b4a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0ed55490d24a7b" /><Relationship Type="http://schemas.openxmlformats.org/officeDocument/2006/relationships/notesMaster" Target="/ppt/notesMasters/notesMaster1.xml" Id="Rcbe1602c32fe4c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e134e0400f415b" /><Relationship Type="http://schemas.openxmlformats.org/officeDocument/2006/relationships/notesMaster" Target="/ppt/notesMasters/notesMaster1.xml" Id="R1cf6b70627bc46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bb6269ae634154" /><Relationship Type="http://schemas.openxmlformats.org/officeDocument/2006/relationships/notesMaster" Target="/ppt/notesMasters/notesMaster1.xml" Id="R3d4e9d0ffbb44b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1bce8a282b43e2" /><Relationship Type="http://schemas.openxmlformats.org/officeDocument/2006/relationships/notesMaster" Target="/ppt/notesMasters/notesMaster1.xml" Id="R4a7d0e88552346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663f311fa2486f" /><Relationship Type="http://schemas.openxmlformats.org/officeDocument/2006/relationships/notesMaster" Target="/ppt/notesMasters/notesMaster1.xml" Id="R02d660ba081749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687dabb81d4f60" /><Relationship Type="http://schemas.openxmlformats.org/officeDocument/2006/relationships/notesMaster" Target="/ppt/notesMasters/notesMaster1.xml" Id="R5ac7bae371fd40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69046061de4f10" /><Relationship Type="http://schemas.openxmlformats.org/officeDocument/2006/relationships/notesMaster" Target="/ppt/notesMasters/notesMaster1.xml" Id="Rffee1126b86b47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multica-ai/andrej-karpathy-skills README (MIT): https://github.com/multica-ai/andrej-karpathy-skills</a:t>
            </a:r>
            <a:endParaRPr/>
          </a:p>
          <a:p xmlns:a="http://schemas.openxmlformats.org/drawingml/2006/main">
            <a:r>
              <a:t>- 적용 방식: Think Before Coding, Simplicity First, Surgical Changes, Goal-Driven Execution의 네 원칙을 프로젝트 AGENTS.md 작업 규칙으로 변환해 사용했습니다.</a:t>
            </a:r>
            <a:endParaRPr/>
          </a:p>
          <a:p xmlns:a="http://schemas.openxmlformats.org/drawingml/2006/main">
            <a:r>
              <a:t>- 효과: 작업 규칙이 허용 범위·제외 범위·완료 기준을 명시하여 불필요한 탐색과 변경을 줄이고 검수까지의 시간을 단축합니다.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80f2cd5d2549b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f1f2e004234c31" /><Relationship Type="http://schemas.openxmlformats.org/officeDocument/2006/relationships/slideLayout" Target="/ppt/slideLayouts/slideLayout1.xml" Id="R47f697d3ebcf409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f697d3ebcf409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cd66bfd76c439b" /><Relationship Type="http://schemas.openxmlformats.org/officeDocument/2006/relationships/notesSlide" Target="/ppt/notesSlides/notesSlide1.xml" Id="Ra9f9db39417646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a9cd11d734b06" /><Relationship Type="http://schemas.openxmlformats.org/officeDocument/2006/relationships/notesSlide" Target="/ppt/notesSlides/notesSlide2.xml" Id="R7a043eb11e5449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55d73c6c744d2a" /><Relationship Type="http://schemas.openxmlformats.org/officeDocument/2006/relationships/notesSlide" Target="/ppt/notesSlides/notesSlide3.xml" Id="R77f285cfcfcb4d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302a84109b434b" /><Relationship Type="http://schemas.openxmlformats.org/officeDocument/2006/relationships/notesSlide" Target="/ppt/notesSlides/notesSlide4.xml" Id="R375b3e1da9c2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da58f1f0ce4b38" /><Relationship Type="http://schemas.openxmlformats.org/officeDocument/2006/relationships/notesSlide" Target="/ppt/notesSlides/notesSlide5.xml" Id="R5931a74183b74b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7e4cecf9f24464" /><Relationship Type="http://schemas.openxmlformats.org/officeDocument/2006/relationships/notesSlide" Target="/ppt/notesSlides/notesSlide6.xml" Id="R478ac4bdcd9a46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c7705cd7134f6d" /><Relationship Type="http://schemas.openxmlformats.org/officeDocument/2006/relationships/notesSlide" Target="/ppt/notesSlides/notesSlide7.xml" Id="R57c08d3e528549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bb1b9892df426a" /><Relationship Type="http://schemas.openxmlformats.org/officeDocument/2006/relationships/notesSlide" Target="/ppt/notesSlides/notesSlide8.xml" Id="R4ac250eceaf149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366fa454794b25" /><Relationship Type="http://schemas.openxmlformats.org/officeDocument/2006/relationships/notesSlide" Target="/ppt/notesSlides/notesSlide9.xml" Id="Ra7cc5ad510f145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cfd376fb524045" /><Relationship Type="http://schemas.openxmlformats.org/officeDocument/2006/relationships/notesSlide" Target="/ppt/notesSlides/notesSlide10.xml" Id="Rfea232e001e046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0dc4aa362e47a7" /><Relationship Type="http://schemas.openxmlformats.org/officeDocument/2006/relationships/notesSlide" Target="/ppt/notesSlides/notesSlide11.xml" Id="R7cfabf5a8fb64a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82ec54e4584ced" /><Relationship Type="http://schemas.openxmlformats.org/officeDocument/2006/relationships/notesSlide" Target="/ppt/notesSlides/notesSlide12.xml" Id="Rcf1862457c8a4a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c2a8704836454b" /><Relationship Type="http://schemas.openxmlformats.org/officeDocument/2006/relationships/notesSlide" Target="/ppt/notesSlides/notesSlide13.xml" Id="R961eb8a5a31541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959c804f3544e7" /><Relationship Type="http://schemas.openxmlformats.org/officeDocument/2006/relationships/notesSlide" Target="/ppt/notesSlides/notesSlide14.xml" Id="Rdcedf06316634b88" /></Relationships>
</file>

<file path=ppt/slides/slide1.xml><?xml version="1.0" encoding="utf-8"?>
<p:sld xmlns:p="http://schemas.openxmlformats.org/presentationml/2006/main">
  <p:cSld>
    <p:bg>
      <p:bgPr>
        <a:solidFill xmlns:a="http://schemas.openxmlformats.org/drawingml/2006/main">
          <a:srgbClr val="3D2B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8DD266-725B-4E06-B66F-CFBE3185DC34}"/>
              </a:ext>
            </a:extLst>
          </p:cNvPr>
          <p:cNvSpPr>
            <a:spLocks xmlns:a="http://schemas.openxmlformats.org/drawingml/2006/main" noGrp="1"/>
          </p:cNvSpPr>
          <p:nvPr/>
        </p:nvSpPr>
        <p:spPr>
          <a:xfrm xmlns:a="http://schemas.openxmlformats.org/drawingml/2006/main">
            <a:off x="9692640" y="-1280160"/>
            <a:ext cx="4114800" cy="4114800"/>
          </a:xfrm>
          <a:prstGeom xmlns:a="http://schemas.openxmlformats.org/drawingml/2006/main" prst="ellipse">
            <a:avLst/>
          </a:prstGeom>
          <a:solidFill xmlns:a="http://schemas.openxmlformats.org/drawingml/2006/main">
            <a:srgbClr val="4A3627"/>
          </a:solidFill>
        </p:spPr>
      </p:sp>
      <p:sp>
        <p:nvSpPr>
          <p:cNvPr id="3" name="Shape 1">
            <a:extLst xmlns:a="http://schemas.openxmlformats.org/drawingml/2006/main">
              <a:ext uri="{FF2B5EF4-FFF2-40B4-BE49-F238E27FC236}">
                <a16:creationId xmlns:a16="http://schemas.microsoft.com/office/drawing/2014/main" id="{028F5EEE-6CD8-438B-8545-88B66259CA11}"/>
              </a:ext>
            </a:extLst>
          </p:cNvPr>
          <p:cNvSpPr>
            <a:spLocks xmlns:a="http://schemas.openxmlformats.org/drawingml/2006/main" noGrp="1"/>
          </p:cNvSpPr>
          <p:nvPr/>
        </p:nvSpPr>
        <p:spPr>
          <a:xfrm xmlns:a="http://schemas.openxmlformats.org/drawingml/2006/main">
            <a:off x="10607040" y="5120640"/>
            <a:ext cx="2926080" cy="2926080"/>
          </a:xfrm>
          <a:prstGeom xmlns:a="http://schemas.openxmlformats.org/drawingml/2006/main" prst="ellipse">
            <a:avLst/>
          </a:prstGeom>
          <a:solidFill xmlns:a="http://schemas.openxmlformats.org/drawingml/2006/main">
            <a:srgbClr val="4A3627"/>
          </a:solidFill>
        </p:spPr>
      </p:sp>
      <p:sp>
        <p:nvSpPr>
          <p:cNvPr id="4" name="Text 2">
            <a:extLst xmlns:a="http://schemas.openxmlformats.org/drawingml/2006/main">
              <a:ext uri="{FF2B5EF4-FFF2-40B4-BE49-F238E27FC236}">
                <a16:creationId xmlns:a16="http://schemas.microsoft.com/office/drawing/2014/main" id="{F6823882-1C2B-4A1A-8598-89FEBC5F6667}"/>
              </a:ext>
            </a:extLst>
          </p:cNvPr>
          <p:cNvSpPr>
            <a:spLocks xmlns:a="http://schemas.openxmlformats.org/drawingml/2006/main" noGrp="1"/>
          </p:cNvSpPr>
          <p:nvPr/>
        </p:nvSpPr>
        <p:spPr>
          <a:xfrm xmlns:a="http://schemas.openxmlformats.org/drawingml/2006/main">
            <a:off x="822960" y="2286000"/>
            <a:ext cx="96012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200" b="1">
                <a:solidFill>
                  <a:srgbClr val="F7ECDA"/>
                </a:solidFill>
                <a:latin typeface="맑은 고딕"/>
                <a:ea typeface="맑은 고딕"/>
                <a:cs typeface="맑은 고딕"/>
              </a:rPr>
              <a:t>AI 활용 기술 문서</a:t>
            </a:r>
            <a:endParaRPr sz="4200"/>
          </a:p>
        </p:txBody>
      </p:sp>
      <p:sp>
        <p:nvSpPr>
          <p:cNvPr id="5" name="Text 3">
            <a:extLst xmlns:a="http://schemas.openxmlformats.org/drawingml/2006/main">
              <a:ext uri="{FF2B5EF4-FFF2-40B4-BE49-F238E27FC236}">
                <a16:creationId xmlns:a16="http://schemas.microsoft.com/office/drawing/2014/main" id="{74FC4E02-C274-4F5D-8F9A-FE8FC07A77E9}"/>
              </a:ext>
            </a:extLst>
          </p:cNvPr>
          <p:cNvSpPr>
            <a:spLocks xmlns:a="http://schemas.openxmlformats.org/drawingml/2006/main" noGrp="1"/>
          </p:cNvSpPr>
          <p:nvPr/>
        </p:nvSpPr>
        <p:spPr>
          <a:xfrm xmlns:a="http://schemas.openxmlformats.org/drawingml/2006/main">
            <a:off x="822960" y="3108960"/>
            <a:ext cx="96012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200" b="1">
                <a:solidFill>
                  <a:srgbClr val="D97B3F"/>
                </a:solidFill>
                <a:latin typeface="맑은 고딕"/>
                <a:ea typeface="맑은 고딕"/>
                <a:cs typeface="맑은 고딕"/>
              </a:rPr>
              <a:t>쥐생역전: 찍찍런 · v7</a:t>
            </a:r>
            <a:endParaRPr sz="2200"/>
          </a:p>
        </p:txBody>
      </p:sp>
      <p:sp>
        <p:nvSpPr>
          <p:cNvPr id="6" name="Text 4">
            <a:extLst xmlns:a="http://schemas.openxmlformats.org/drawingml/2006/main">
              <a:ext uri="{FF2B5EF4-FFF2-40B4-BE49-F238E27FC236}">
                <a16:creationId xmlns:a16="http://schemas.microsoft.com/office/drawing/2014/main" id="{EFF88090-918D-4B62-8A34-6A0900094E76}"/>
              </a:ext>
            </a:extLst>
          </p:cNvPr>
          <p:cNvSpPr>
            <a:spLocks xmlns:a="http://schemas.openxmlformats.org/drawingml/2006/main" noGrp="1"/>
          </p:cNvSpPr>
          <p:nvPr/>
        </p:nvSpPr>
        <p:spPr>
          <a:xfrm xmlns:a="http://schemas.openxmlformats.org/drawingml/2006/main">
            <a:off x="822960" y="3657600"/>
            <a:ext cx="9601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a:solidFill>
                  <a:srgbClr val="9C8A76"/>
                </a:solidFill>
                <a:latin typeface="맑은 고딕"/>
                <a:ea typeface="맑은 고딕"/>
                <a:cs typeface="맑은 고딕"/>
              </a:rPr>
              <a:t>NAN 2026 사전 과제 제출용 · Unity 기반 2D 자동 전투 로그라이크 러너</a:t>
            </a:r>
            <a:endParaRPr sz="1400"/>
          </a:p>
        </p:txBody>
      </p:sp>
      <p:sp>
        <p:nvSpPr>
          <p:cNvPr id="7" name="Text 5">
            <a:extLst xmlns:a="http://schemas.openxmlformats.org/drawingml/2006/main">
              <a:ext uri="{FF2B5EF4-FFF2-40B4-BE49-F238E27FC236}">
                <a16:creationId xmlns:a16="http://schemas.microsoft.com/office/drawing/2014/main" id="{4A1A3B37-1BDF-4635-AD00-5BD0941A4169}"/>
              </a:ext>
            </a:extLst>
          </p:cNvPr>
          <p:cNvSpPr>
            <a:spLocks xmlns:a="http://schemas.openxmlformats.org/drawingml/2006/main" noGrp="1"/>
          </p:cNvSpPr>
          <p:nvPr/>
        </p:nvSpPr>
        <p:spPr>
          <a:xfrm xmlns:a="http://schemas.openxmlformats.org/drawingml/2006/main">
            <a:off x="822960" y="5989320"/>
            <a:ext cx="9601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C9B8A0"/>
                </a:solidFill>
                <a:latin typeface="맑은 고딕"/>
                <a:ea typeface="맑은 고딕"/>
                <a:cs typeface="맑은 고딕"/>
              </a:rPr>
              <a:t>에셋·UI·자동화·에이전트 운영 기준을 기록합니다</a:t>
            </a:r>
            <a:endParaRPr sz="1200"/>
          </a:p>
        </p:txBody>
      </p:sp>
    </p:spTree>
    <p:extLst>
      <p:ext uri="{BB962C8B-B14F-4D97-AF65-F5344CB8AC3E}">
        <p14:creationId xmlns:p14="http://schemas.microsoft.com/office/powerpoint/2010/main" val="630200452"/>
      </p:ext>
    </p:extLst>
  </p:cSld>
</p:sld>
</file>

<file path=ppt/slides/slide2.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048544-F14A-4CB9-92C7-E5A9D5C17C87}"/>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OVERVIEW</a:t>
            </a:r>
            <a:endParaRPr sz="1200"/>
          </a:p>
        </p:txBody>
      </p:sp>
      <p:sp>
        <p:nvSpPr>
          <p:cNvPr id="3" name="Text 1">
            <a:extLst xmlns:a="http://schemas.openxmlformats.org/drawingml/2006/main">
              <a:ext uri="{FF2B5EF4-FFF2-40B4-BE49-F238E27FC236}">
                <a16:creationId xmlns:a16="http://schemas.microsoft.com/office/drawing/2014/main" id="{F71AC528-604A-4EC4-8D02-525E5914C5CB}"/>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프로젝트 개요와 AI 활용 원칙</a:t>
            </a:r>
            <a:endParaRPr sz="2900"/>
          </a:p>
        </p:txBody>
      </p:sp>
      <p:sp>
        <p:nvSpPr>
          <p:cNvPr id="4" name="Shape 2">
            <a:extLst xmlns:a="http://schemas.openxmlformats.org/drawingml/2006/main">
              <a:ext uri="{FF2B5EF4-FFF2-40B4-BE49-F238E27FC236}">
                <a16:creationId xmlns:a16="http://schemas.microsoft.com/office/drawing/2014/main" id="{168475F6-2551-4333-BBBE-1116D5C22F9B}"/>
              </a:ext>
            </a:extLst>
          </p:cNvPr>
          <p:cNvSpPr>
            <a:spLocks xmlns:a="http://schemas.openxmlformats.org/drawingml/2006/main" noGrp="1"/>
          </p:cNvSpPr>
          <p:nvPr/>
        </p:nvSpPr>
        <p:spPr>
          <a:xfrm xmlns:a="http://schemas.openxmlformats.org/drawingml/2006/main">
            <a:off x="548640" y="1554480"/>
            <a:ext cx="5394960" cy="4572000"/>
          </a:xfrm>
          <a:prstGeom xmlns:a="http://schemas.openxmlformats.org/drawingml/2006/main" prst="roundRect">
            <a:avLst>
              <a:gd name="adj" fmla="val 1600"/>
            </a:avLst>
          </a:prstGeom>
          <a:solidFill xmlns:a="http://schemas.openxmlformats.org/drawingml/2006/main">
            <a:srgbClr val="F3E6D2"/>
          </a:solidFill>
        </p:spPr>
      </p:sp>
      <p:sp>
        <p:nvSpPr>
          <p:cNvPr id="5" name="Text 3">
            <a:extLst xmlns:a="http://schemas.openxmlformats.org/drawingml/2006/main">
              <a:ext uri="{FF2B5EF4-FFF2-40B4-BE49-F238E27FC236}">
                <a16:creationId xmlns:a16="http://schemas.microsoft.com/office/drawing/2014/main" id="{6F6FCC70-A76B-4683-B7FA-C0BBBD17FBE1}"/>
              </a:ext>
            </a:extLst>
          </p:cNvPr>
          <p:cNvSpPr>
            <a:spLocks xmlns:a="http://schemas.openxmlformats.org/drawingml/2006/main" noGrp="1"/>
          </p:cNvSpPr>
          <p:nvPr/>
        </p:nvSpPr>
        <p:spPr>
          <a:xfrm xmlns:a="http://schemas.openxmlformats.org/drawingml/2006/main">
            <a:off x="822960" y="1737360"/>
            <a:ext cx="4846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3D2B1F"/>
                </a:solidFill>
                <a:latin typeface="맑은 고딕"/>
                <a:ea typeface="맑은 고딕"/>
                <a:cs typeface="맑은 고딕"/>
              </a:rPr>
              <a:t>프로젝트 개요</a:t>
            </a:r>
            <a:endParaRPr sz="1500"/>
          </a:p>
        </p:txBody>
      </p:sp>
      <p:sp>
        <p:nvSpPr>
          <p:cNvPr id="6" name="Text 4">
            <a:extLst xmlns:a="http://schemas.openxmlformats.org/drawingml/2006/main">
              <a:ext uri="{FF2B5EF4-FFF2-40B4-BE49-F238E27FC236}">
                <a16:creationId xmlns:a16="http://schemas.microsoft.com/office/drawing/2014/main" id="{48EAB950-66A9-4A68-8F1D-57AA1DE1AA30}"/>
              </a:ext>
            </a:extLst>
          </p:cNvPr>
          <p:cNvSpPr>
            <a:spLocks xmlns:a="http://schemas.openxmlformats.org/drawingml/2006/main" noGrp="1"/>
          </p:cNvSpPr>
          <p:nvPr/>
        </p:nvSpPr>
        <p:spPr>
          <a:xfrm xmlns:a="http://schemas.openxmlformats.org/drawingml/2006/main">
            <a:off x="822960" y="2194560"/>
            <a:ext cx="484632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프로젝트명</a:t>
            </a:r>
            <a:endParaRPr sz="1050"/>
          </a:p>
        </p:txBody>
      </p:sp>
      <p:sp>
        <p:nvSpPr>
          <p:cNvPr id="7" name="Text 5">
            <a:extLst xmlns:a="http://schemas.openxmlformats.org/drawingml/2006/main">
              <a:ext uri="{FF2B5EF4-FFF2-40B4-BE49-F238E27FC236}">
                <a16:creationId xmlns:a16="http://schemas.microsoft.com/office/drawing/2014/main" id="{5450CA2E-7FB8-4F51-95C8-B98B2D0BD2D6}"/>
              </a:ext>
            </a:extLst>
          </p:cNvPr>
          <p:cNvSpPr>
            <a:spLocks xmlns:a="http://schemas.openxmlformats.org/drawingml/2006/main" noGrp="1"/>
          </p:cNvSpPr>
          <p:nvPr/>
        </p:nvSpPr>
        <p:spPr>
          <a:xfrm xmlns:a="http://schemas.openxmlformats.org/drawingml/2006/main">
            <a:off x="822960" y="2432304"/>
            <a:ext cx="484632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3D2B1F"/>
                </a:solidFill>
                <a:latin typeface="맑은 고딕"/>
                <a:ea typeface="맑은 고딕"/>
                <a:cs typeface="맑은 고딕"/>
              </a:rPr>
              <a:t>쥐생역전: 찍찍런</a:t>
            </a:r>
            <a:endParaRPr sz="1350"/>
          </a:p>
        </p:txBody>
      </p:sp>
      <p:sp>
        <p:nvSpPr>
          <p:cNvPr id="8" name="Text 6">
            <a:extLst xmlns:a="http://schemas.openxmlformats.org/drawingml/2006/main">
              <a:ext uri="{FF2B5EF4-FFF2-40B4-BE49-F238E27FC236}">
                <a16:creationId xmlns:a16="http://schemas.microsoft.com/office/drawing/2014/main" id="{3A6D0622-7156-4DB7-824E-499739E029F8}"/>
              </a:ext>
            </a:extLst>
          </p:cNvPr>
          <p:cNvSpPr>
            <a:spLocks xmlns:a="http://schemas.openxmlformats.org/drawingml/2006/main" noGrp="1"/>
          </p:cNvSpPr>
          <p:nvPr/>
        </p:nvSpPr>
        <p:spPr>
          <a:xfrm xmlns:a="http://schemas.openxmlformats.org/drawingml/2006/main">
            <a:off x="822960" y="2761488"/>
            <a:ext cx="484632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장르</a:t>
            </a:r>
            <a:endParaRPr sz="1050"/>
          </a:p>
        </p:txBody>
      </p:sp>
      <p:sp>
        <p:nvSpPr>
          <p:cNvPr id="9" name="Text 7">
            <a:extLst xmlns:a="http://schemas.openxmlformats.org/drawingml/2006/main">
              <a:ext uri="{FF2B5EF4-FFF2-40B4-BE49-F238E27FC236}">
                <a16:creationId xmlns:a16="http://schemas.microsoft.com/office/drawing/2014/main" id="{82122AB3-36B5-41D3-A0CA-AD65C66CE4AD}"/>
              </a:ext>
            </a:extLst>
          </p:cNvPr>
          <p:cNvSpPr>
            <a:spLocks xmlns:a="http://schemas.openxmlformats.org/drawingml/2006/main" noGrp="1"/>
          </p:cNvSpPr>
          <p:nvPr/>
        </p:nvSpPr>
        <p:spPr>
          <a:xfrm xmlns:a="http://schemas.openxmlformats.org/drawingml/2006/main">
            <a:off x="822960" y="2999232"/>
            <a:ext cx="484632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3D2B1F"/>
                </a:solidFill>
                <a:latin typeface="맑은 고딕"/>
                <a:ea typeface="맑은 고딕"/>
                <a:cs typeface="맑은 고딕"/>
              </a:rPr>
              <a:t>2D 자동 전투 로그라이크 러너</a:t>
            </a:r>
            <a:endParaRPr sz="1350"/>
          </a:p>
        </p:txBody>
      </p:sp>
      <p:sp>
        <p:nvSpPr>
          <p:cNvPr id="10" name="Text 8">
            <a:extLst xmlns:a="http://schemas.openxmlformats.org/drawingml/2006/main">
              <a:ext uri="{FF2B5EF4-FFF2-40B4-BE49-F238E27FC236}">
                <a16:creationId xmlns:a16="http://schemas.microsoft.com/office/drawing/2014/main" id="{75A077AB-CD07-404C-A480-9B083EBB2EB8}"/>
              </a:ext>
            </a:extLst>
          </p:cNvPr>
          <p:cNvSpPr>
            <a:spLocks xmlns:a="http://schemas.openxmlformats.org/drawingml/2006/main" noGrp="1"/>
          </p:cNvSpPr>
          <p:nvPr/>
        </p:nvSpPr>
        <p:spPr>
          <a:xfrm xmlns:a="http://schemas.openxmlformats.org/drawingml/2006/main">
            <a:off x="822960" y="3328416"/>
            <a:ext cx="484632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배경</a:t>
            </a:r>
            <a:endParaRPr sz="1050"/>
          </a:p>
        </p:txBody>
      </p:sp>
      <p:sp>
        <p:nvSpPr>
          <p:cNvPr id="11" name="Text 9">
            <a:extLst xmlns:a="http://schemas.openxmlformats.org/drawingml/2006/main">
              <a:ext uri="{FF2B5EF4-FFF2-40B4-BE49-F238E27FC236}">
                <a16:creationId xmlns:a16="http://schemas.microsoft.com/office/drawing/2014/main" id="{563E78AC-8E17-4AC8-9146-31597CD41B8C}"/>
              </a:ext>
            </a:extLst>
          </p:cNvPr>
          <p:cNvSpPr>
            <a:spLocks xmlns:a="http://schemas.openxmlformats.org/drawingml/2006/main" noGrp="1"/>
          </p:cNvSpPr>
          <p:nvPr/>
        </p:nvSpPr>
        <p:spPr>
          <a:xfrm xmlns:a="http://schemas.openxmlformats.org/drawingml/2006/main">
            <a:off x="822960" y="3566160"/>
            <a:ext cx="484632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3D2B1F"/>
                </a:solidFill>
                <a:latin typeface="맑은 고딕"/>
                <a:ea typeface="맑은 고딕"/>
                <a:cs typeface="맑은 고딕"/>
              </a:rPr>
              <a:t>동화풍 식료품 저장실</a:t>
            </a:r>
            <a:endParaRPr sz="1350"/>
          </a:p>
        </p:txBody>
      </p:sp>
      <p:sp>
        <p:nvSpPr>
          <p:cNvPr id="12" name="Text 10">
            <a:extLst xmlns:a="http://schemas.openxmlformats.org/drawingml/2006/main">
              <a:ext uri="{FF2B5EF4-FFF2-40B4-BE49-F238E27FC236}">
                <a16:creationId xmlns:a16="http://schemas.microsoft.com/office/drawing/2014/main" id="{B8CC91C9-850D-45CB-9EC5-7E39B288C1FD}"/>
              </a:ext>
            </a:extLst>
          </p:cNvPr>
          <p:cNvSpPr>
            <a:spLocks xmlns:a="http://schemas.openxmlformats.org/drawingml/2006/main" noGrp="1"/>
          </p:cNvSpPr>
          <p:nvPr/>
        </p:nvSpPr>
        <p:spPr>
          <a:xfrm xmlns:a="http://schemas.openxmlformats.org/drawingml/2006/main">
            <a:off x="822960" y="3895344"/>
            <a:ext cx="484632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제출 우선 플랫폼</a:t>
            </a:r>
            <a:endParaRPr sz="1050"/>
          </a:p>
        </p:txBody>
      </p:sp>
      <p:sp>
        <p:nvSpPr>
          <p:cNvPr id="13" name="Text 11">
            <a:extLst xmlns:a="http://schemas.openxmlformats.org/drawingml/2006/main">
              <a:ext uri="{FF2B5EF4-FFF2-40B4-BE49-F238E27FC236}">
                <a16:creationId xmlns:a16="http://schemas.microsoft.com/office/drawing/2014/main" id="{2C67C2FD-36A7-4CA9-A10B-9D2FA17C4359}"/>
              </a:ext>
            </a:extLst>
          </p:cNvPr>
          <p:cNvSpPr>
            <a:spLocks xmlns:a="http://schemas.openxmlformats.org/drawingml/2006/main" noGrp="1"/>
          </p:cNvSpPr>
          <p:nvPr/>
        </p:nvSpPr>
        <p:spPr>
          <a:xfrm xmlns:a="http://schemas.openxmlformats.org/drawingml/2006/main">
            <a:off x="822960" y="4133088"/>
            <a:ext cx="484632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3D2B1F"/>
                </a:solidFill>
                <a:latin typeface="맑은 고딕"/>
                <a:ea typeface="맑은 고딕"/>
                <a:cs typeface="맑은 고딕"/>
              </a:rPr>
              <a:t>PC WebGL / GitHub Pages</a:t>
            </a:r>
            <a:endParaRPr sz="1350"/>
          </a:p>
        </p:txBody>
      </p:sp>
      <p:sp>
        <p:nvSpPr>
          <p:cNvPr id="14" name="Text 12">
            <a:extLst xmlns:a="http://schemas.openxmlformats.org/drawingml/2006/main">
              <a:ext uri="{FF2B5EF4-FFF2-40B4-BE49-F238E27FC236}">
                <a16:creationId xmlns:a16="http://schemas.microsoft.com/office/drawing/2014/main" id="{D6553AC5-6EAB-49D5-87F3-3FA9B8EFC137}"/>
              </a:ext>
            </a:extLst>
          </p:cNvPr>
          <p:cNvSpPr>
            <a:spLocks xmlns:a="http://schemas.openxmlformats.org/drawingml/2006/main" noGrp="1"/>
          </p:cNvSpPr>
          <p:nvPr/>
        </p:nvSpPr>
        <p:spPr>
          <a:xfrm xmlns:a="http://schemas.openxmlformats.org/drawingml/2006/main">
            <a:off x="822960" y="4462272"/>
            <a:ext cx="484632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1회 플레이 목표</a:t>
            </a:r>
            <a:endParaRPr sz="1050"/>
          </a:p>
        </p:txBody>
      </p:sp>
      <p:sp>
        <p:nvSpPr>
          <p:cNvPr id="15" name="Text 13">
            <a:extLst xmlns:a="http://schemas.openxmlformats.org/drawingml/2006/main">
              <a:ext uri="{FF2B5EF4-FFF2-40B4-BE49-F238E27FC236}">
                <a16:creationId xmlns:a16="http://schemas.microsoft.com/office/drawing/2014/main" id="{877D268E-E7F2-43D0-9E56-F02DD3AD0792}"/>
              </a:ext>
            </a:extLst>
          </p:cNvPr>
          <p:cNvSpPr>
            <a:spLocks xmlns:a="http://schemas.openxmlformats.org/drawingml/2006/main" noGrp="1"/>
          </p:cNvSpPr>
          <p:nvPr/>
        </p:nvSpPr>
        <p:spPr>
          <a:xfrm xmlns:a="http://schemas.openxmlformats.org/drawingml/2006/main">
            <a:off x="822960" y="4700016"/>
            <a:ext cx="484632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a:solidFill>
                  <a:srgbClr val="3D2B1F"/>
                </a:solidFill>
                <a:latin typeface="맑은 고딕"/>
                <a:ea typeface="맑은 고딕"/>
                <a:cs typeface="맑은 고딕"/>
              </a:rPr>
              <a:t>2~4분</a:t>
            </a:r>
            <a:endParaRPr sz="1350"/>
          </a:p>
        </p:txBody>
      </p:sp>
      <p:sp>
        <p:nvSpPr>
          <p:cNvPr id="16" name="Text 14">
            <a:extLst xmlns:a="http://schemas.openxmlformats.org/drawingml/2006/main">
              <a:ext uri="{FF2B5EF4-FFF2-40B4-BE49-F238E27FC236}">
                <a16:creationId xmlns:a16="http://schemas.microsoft.com/office/drawing/2014/main" id="{03308FBB-15BA-4B37-96F3-1EA6C1F155FB}"/>
              </a:ext>
            </a:extLst>
          </p:cNvPr>
          <p:cNvSpPr>
            <a:spLocks xmlns:a="http://schemas.openxmlformats.org/drawingml/2006/main" noGrp="1"/>
          </p:cNvSpPr>
          <p:nvPr/>
        </p:nvSpPr>
        <p:spPr>
          <a:xfrm xmlns:a="http://schemas.openxmlformats.org/drawingml/2006/main">
            <a:off x="822960" y="5102352"/>
            <a:ext cx="48463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i="1">
                <a:solidFill>
                  <a:srgbClr val="6B4A32"/>
                </a:solidFill>
                <a:latin typeface="맑은 고딕"/>
                <a:ea typeface="맑은 고딕"/>
                <a:cs typeface="맑은 고딕"/>
              </a:rPr>
              <a:t>게임은 인터넷, 유료 라이선스, API 키 없이 실행되어야 합니다.</a:t>
            </a:r>
            <a:endParaRPr sz="1150"/>
          </a:p>
        </p:txBody>
      </p:sp>
      <p:sp>
        <p:nvSpPr>
          <p:cNvPr id="17" name="Text 15">
            <a:extLst xmlns:a="http://schemas.openxmlformats.org/drawingml/2006/main">
              <a:ext uri="{FF2B5EF4-FFF2-40B4-BE49-F238E27FC236}">
                <a16:creationId xmlns:a16="http://schemas.microsoft.com/office/drawing/2014/main" id="{AA79C0D5-60A0-4C9C-9570-6941A07DAB51}"/>
              </a:ext>
            </a:extLst>
          </p:cNvPr>
          <p:cNvSpPr>
            <a:spLocks xmlns:a="http://schemas.openxmlformats.org/drawingml/2006/main" noGrp="1"/>
          </p:cNvSpPr>
          <p:nvPr/>
        </p:nvSpPr>
        <p:spPr>
          <a:xfrm xmlns:a="http://schemas.openxmlformats.org/drawingml/2006/main">
            <a:off x="6263640" y="1737360"/>
            <a:ext cx="53492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3D2B1F"/>
                </a:solidFill>
                <a:latin typeface="맑은 고딕"/>
                <a:ea typeface="맑은 고딕"/>
                <a:cs typeface="맑은 고딕"/>
              </a:rPr>
              <a:t>핵심 플레이</a:t>
            </a:r>
            <a:endParaRPr sz="1500"/>
          </a:p>
        </p:txBody>
      </p:sp>
      <p:sp>
        <p:nvSpPr>
          <p:cNvPr id="18" name="Shape 16">
            <a:extLst xmlns:a="http://schemas.openxmlformats.org/drawingml/2006/main">
              <a:ext uri="{FF2B5EF4-FFF2-40B4-BE49-F238E27FC236}">
                <a16:creationId xmlns:a16="http://schemas.microsoft.com/office/drawing/2014/main" id="{00DAF886-C3AD-4F70-AC4A-C996BA904A1C}"/>
              </a:ext>
            </a:extLst>
          </p:cNvPr>
          <p:cNvSpPr>
            <a:spLocks xmlns:a="http://schemas.openxmlformats.org/drawingml/2006/main" noGrp="1"/>
          </p:cNvSpPr>
          <p:nvPr/>
        </p:nvSpPr>
        <p:spPr>
          <a:xfrm xmlns:a="http://schemas.openxmlformats.org/drawingml/2006/main">
            <a:off x="6263640" y="2276856"/>
            <a:ext cx="118872" cy="118872"/>
          </a:xfrm>
          <a:prstGeom xmlns:a="http://schemas.openxmlformats.org/drawingml/2006/main" prst="ellipse">
            <a:avLst/>
          </a:prstGeom>
          <a:solidFill xmlns:a="http://schemas.openxmlformats.org/drawingml/2006/main">
            <a:srgbClr val="D97B3F"/>
          </a:solidFill>
        </p:spPr>
      </p:sp>
      <p:sp>
        <p:nvSpPr>
          <p:cNvPr id="19" name="Text 17">
            <a:extLst xmlns:a="http://schemas.openxmlformats.org/drawingml/2006/main">
              <a:ext uri="{FF2B5EF4-FFF2-40B4-BE49-F238E27FC236}">
                <a16:creationId xmlns:a16="http://schemas.microsoft.com/office/drawing/2014/main" id="{10053676-9C36-491F-993A-0526A116C7B3}"/>
              </a:ext>
            </a:extLst>
          </p:cNvPr>
          <p:cNvSpPr>
            <a:spLocks xmlns:a="http://schemas.openxmlformats.org/drawingml/2006/main" noGrp="1"/>
          </p:cNvSpPr>
          <p:nvPr/>
        </p:nvSpPr>
        <p:spPr>
          <a:xfrm xmlns:a="http://schemas.openxmlformats.org/drawingml/2006/main">
            <a:off x="6537960" y="2194560"/>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자동 전진</a:t>
            </a:r>
            <a:endParaRPr sz="1300"/>
          </a:p>
        </p:txBody>
      </p:sp>
      <p:sp>
        <p:nvSpPr>
          <p:cNvPr id="20" name="Shape 18">
            <a:extLst xmlns:a="http://schemas.openxmlformats.org/drawingml/2006/main">
              <a:ext uri="{FF2B5EF4-FFF2-40B4-BE49-F238E27FC236}">
                <a16:creationId xmlns:a16="http://schemas.microsoft.com/office/drawing/2014/main" id="{89DC7B99-0F62-4A03-BE5F-38FDACD8CBE2}"/>
              </a:ext>
            </a:extLst>
          </p:cNvPr>
          <p:cNvSpPr>
            <a:spLocks xmlns:a="http://schemas.openxmlformats.org/drawingml/2006/main" noGrp="1"/>
          </p:cNvSpPr>
          <p:nvPr/>
        </p:nvSpPr>
        <p:spPr>
          <a:xfrm xmlns:a="http://schemas.openxmlformats.org/drawingml/2006/main">
            <a:off x="6263640" y="2660904"/>
            <a:ext cx="118872" cy="118872"/>
          </a:xfrm>
          <a:prstGeom xmlns:a="http://schemas.openxmlformats.org/drawingml/2006/main" prst="ellipse">
            <a:avLst/>
          </a:prstGeom>
          <a:solidFill xmlns:a="http://schemas.openxmlformats.org/drawingml/2006/main">
            <a:srgbClr val="D97B3F"/>
          </a:solidFill>
        </p:spPr>
      </p:sp>
      <p:sp>
        <p:nvSpPr>
          <p:cNvPr id="21" name="Text 19">
            <a:extLst xmlns:a="http://schemas.openxmlformats.org/drawingml/2006/main">
              <a:ext uri="{FF2B5EF4-FFF2-40B4-BE49-F238E27FC236}">
                <a16:creationId xmlns:a16="http://schemas.microsoft.com/office/drawing/2014/main" id="{3C234EC4-EDCA-4C49-B94F-740E2999012D}"/>
              </a:ext>
            </a:extLst>
          </p:cNvPr>
          <p:cNvSpPr>
            <a:spLocks xmlns:a="http://schemas.openxmlformats.org/drawingml/2006/main" noGrp="1"/>
          </p:cNvSpPr>
          <p:nvPr/>
        </p:nvSpPr>
        <p:spPr>
          <a:xfrm xmlns:a="http://schemas.openxmlformats.org/drawingml/2006/main">
            <a:off x="6537960" y="2578608"/>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위·아래 자유 이동</a:t>
            </a:r>
            <a:endParaRPr sz="1300"/>
          </a:p>
        </p:txBody>
      </p:sp>
      <p:sp>
        <p:nvSpPr>
          <p:cNvPr id="22" name="Shape 20">
            <a:extLst xmlns:a="http://schemas.openxmlformats.org/drawingml/2006/main">
              <a:ext uri="{FF2B5EF4-FFF2-40B4-BE49-F238E27FC236}">
                <a16:creationId xmlns:a16="http://schemas.microsoft.com/office/drawing/2014/main" id="{31937867-082C-4BA9-B442-879FD0D3C314}"/>
              </a:ext>
            </a:extLst>
          </p:cNvPr>
          <p:cNvSpPr>
            <a:spLocks xmlns:a="http://schemas.openxmlformats.org/drawingml/2006/main" noGrp="1"/>
          </p:cNvSpPr>
          <p:nvPr/>
        </p:nvSpPr>
        <p:spPr>
          <a:xfrm xmlns:a="http://schemas.openxmlformats.org/drawingml/2006/main">
            <a:off x="6263640" y="3044952"/>
            <a:ext cx="118872" cy="118872"/>
          </a:xfrm>
          <a:prstGeom xmlns:a="http://schemas.openxmlformats.org/drawingml/2006/main" prst="ellipse">
            <a:avLst/>
          </a:prstGeom>
          <a:solidFill xmlns:a="http://schemas.openxmlformats.org/drawingml/2006/main">
            <a:srgbClr val="D97B3F"/>
          </a:solidFill>
        </p:spPr>
      </p:sp>
      <p:sp>
        <p:nvSpPr>
          <p:cNvPr id="23" name="Text 21">
            <a:extLst xmlns:a="http://schemas.openxmlformats.org/drawingml/2006/main">
              <a:ext uri="{FF2B5EF4-FFF2-40B4-BE49-F238E27FC236}">
                <a16:creationId xmlns:a16="http://schemas.microsoft.com/office/drawing/2014/main" id="{5F3FF054-4364-416E-AA66-008435E61C23}"/>
              </a:ext>
            </a:extLst>
          </p:cNvPr>
          <p:cNvSpPr>
            <a:spLocks xmlns:a="http://schemas.openxmlformats.org/drawingml/2006/main" noGrp="1"/>
          </p:cNvSpPr>
          <p:nvPr/>
        </p:nvSpPr>
        <p:spPr>
          <a:xfrm xmlns:a="http://schemas.openxmlformats.org/drawingml/2006/main">
            <a:off x="6537960" y="2962656"/>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도토리 자동 공격</a:t>
            </a:r>
            <a:endParaRPr sz="1300"/>
          </a:p>
        </p:txBody>
      </p:sp>
      <p:sp>
        <p:nvSpPr>
          <p:cNvPr id="24" name="Shape 22">
            <a:extLst xmlns:a="http://schemas.openxmlformats.org/drawingml/2006/main">
              <a:ext uri="{FF2B5EF4-FFF2-40B4-BE49-F238E27FC236}">
                <a16:creationId xmlns:a16="http://schemas.microsoft.com/office/drawing/2014/main" id="{0BBE84DE-BAED-4A9B-8542-213B5743A87C}"/>
              </a:ext>
            </a:extLst>
          </p:cNvPr>
          <p:cNvSpPr>
            <a:spLocks xmlns:a="http://schemas.openxmlformats.org/drawingml/2006/main" noGrp="1"/>
          </p:cNvSpPr>
          <p:nvPr/>
        </p:nvSpPr>
        <p:spPr>
          <a:xfrm xmlns:a="http://schemas.openxmlformats.org/drawingml/2006/main">
            <a:off x="6263640" y="3429000"/>
            <a:ext cx="118872" cy="118872"/>
          </a:xfrm>
          <a:prstGeom xmlns:a="http://schemas.openxmlformats.org/drawingml/2006/main" prst="ellipse">
            <a:avLst/>
          </a:prstGeom>
          <a:solidFill xmlns:a="http://schemas.openxmlformats.org/drawingml/2006/main">
            <a:srgbClr val="D97B3F"/>
          </a:solidFill>
        </p:spPr>
      </p:sp>
      <p:sp>
        <p:nvSpPr>
          <p:cNvPr id="25" name="Text 23">
            <a:extLst xmlns:a="http://schemas.openxmlformats.org/drawingml/2006/main">
              <a:ext uri="{FF2B5EF4-FFF2-40B4-BE49-F238E27FC236}">
                <a16:creationId xmlns:a16="http://schemas.microsoft.com/office/drawing/2014/main" id="{CB0B91FD-D221-41E0-B210-60A39CB634C0}"/>
              </a:ext>
            </a:extLst>
          </p:cNvPr>
          <p:cNvSpPr>
            <a:spLocks xmlns:a="http://schemas.openxmlformats.org/drawingml/2006/main" noGrp="1"/>
          </p:cNvSpPr>
          <p:nvPr/>
        </p:nvSpPr>
        <p:spPr>
          <a:xfrm xmlns:a="http://schemas.openxmlformats.org/drawingml/2006/main">
            <a:off x="6537960" y="3346704"/>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치즈 회수 및 레벨업</a:t>
            </a:r>
            <a:endParaRPr sz="1300"/>
          </a:p>
        </p:txBody>
      </p:sp>
      <p:sp>
        <p:nvSpPr>
          <p:cNvPr id="26" name="Shape 24">
            <a:extLst xmlns:a="http://schemas.openxmlformats.org/drawingml/2006/main">
              <a:ext uri="{FF2B5EF4-FFF2-40B4-BE49-F238E27FC236}">
                <a16:creationId xmlns:a16="http://schemas.microsoft.com/office/drawing/2014/main" id="{5F21E58B-7449-4899-A220-228A7E5B9708}"/>
              </a:ext>
            </a:extLst>
          </p:cNvPr>
          <p:cNvSpPr>
            <a:spLocks xmlns:a="http://schemas.openxmlformats.org/drawingml/2006/main" noGrp="1"/>
          </p:cNvSpPr>
          <p:nvPr/>
        </p:nvSpPr>
        <p:spPr>
          <a:xfrm xmlns:a="http://schemas.openxmlformats.org/drawingml/2006/main">
            <a:off x="6263640" y="3813048"/>
            <a:ext cx="118872" cy="118872"/>
          </a:xfrm>
          <a:prstGeom xmlns:a="http://schemas.openxmlformats.org/drawingml/2006/main" prst="ellipse">
            <a:avLst/>
          </a:prstGeom>
          <a:solidFill xmlns:a="http://schemas.openxmlformats.org/drawingml/2006/main">
            <a:srgbClr val="D97B3F"/>
          </a:solidFill>
        </p:spPr>
      </p:sp>
      <p:sp>
        <p:nvSpPr>
          <p:cNvPr id="27" name="Text 25">
            <a:extLst xmlns:a="http://schemas.openxmlformats.org/drawingml/2006/main">
              <a:ext uri="{FF2B5EF4-FFF2-40B4-BE49-F238E27FC236}">
                <a16:creationId xmlns:a16="http://schemas.microsoft.com/office/drawing/2014/main" id="{9B471BF5-F088-4E08-B9DA-9CE8218FEE98}"/>
              </a:ext>
            </a:extLst>
          </p:cNvPr>
          <p:cNvSpPr>
            <a:spLocks xmlns:a="http://schemas.openxmlformats.org/drawingml/2006/main" noGrp="1"/>
          </p:cNvSpPr>
          <p:nvPr/>
        </p:nvSpPr>
        <p:spPr>
          <a:xfrm xmlns:a="http://schemas.openxmlformats.org/drawingml/2006/main">
            <a:off x="6537960" y="3730752"/>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능력 선택과 전투 방식 진화</a:t>
            </a:r>
            <a:endParaRPr sz="1300"/>
          </a:p>
        </p:txBody>
      </p:sp>
      <p:sp>
        <p:nvSpPr>
          <p:cNvPr id="28" name="Shape 26">
            <a:extLst xmlns:a="http://schemas.openxmlformats.org/drawingml/2006/main">
              <a:ext uri="{FF2B5EF4-FFF2-40B4-BE49-F238E27FC236}">
                <a16:creationId xmlns:a16="http://schemas.microsoft.com/office/drawing/2014/main" id="{40451318-3AB4-452D-9DF5-452B72B5FE47}"/>
              </a:ext>
            </a:extLst>
          </p:cNvPr>
          <p:cNvSpPr>
            <a:spLocks xmlns:a="http://schemas.openxmlformats.org/drawingml/2006/main" noGrp="1"/>
          </p:cNvSpPr>
          <p:nvPr/>
        </p:nvSpPr>
        <p:spPr>
          <a:xfrm xmlns:a="http://schemas.openxmlformats.org/drawingml/2006/main">
            <a:off x="6263640" y="4197096"/>
            <a:ext cx="118872" cy="118872"/>
          </a:xfrm>
          <a:prstGeom xmlns:a="http://schemas.openxmlformats.org/drawingml/2006/main" prst="ellipse">
            <a:avLst/>
          </a:prstGeom>
          <a:solidFill xmlns:a="http://schemas.openxmlformats.org/drawingml/2006/main">
            <a:srgbClr val="D97B3F"/>
          </a:solidFill>
        </p:spPr>
      </p:sp>
      <p:sp>
        <p:nvSpPr>
          <p:cNvPr id="29" name="Text 27">
            <a:extLst xmlns:a="http://schemas.openxmlformats.org/drawingml/2006/main">
              <a:ext uri="{FF2B5EF4-FFF2-40B4-BE49-F238E27FC236}">
                <a16:creationId xmlns:a16="http://schemas.microsoft.com/office/drawing/2014/main" id="{FCDF0605-3140-4A03-996D-662B05B31AEE}"/>
              </a:ext>
            </a:extLst>
          </p:cNvPr>
          <p:cNvSpPr>
            <a:spLocks xmlns:a="http://schemas.openxmlformats.org/drawingml/2006/main" noGrp="1"/>
          </p:cNvSpPr>
          <p:nvPr/>
        </p:nvSpPr>
        <p:spPr>
          <a:xfrm xmlns:a="http://schemas.openxmlformats.org/drawingml/2006/main">
            <a:off x="6537960" y="4114800"/>
            <a:ext cx="50292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3D2B1F"/>
                </a:solidFill>
                <a:latin typeface="맑은 고딕"/>
                <a:ea typeface="맑은 고딕"/>
                <a:cs typeface="맑은 고딕"/>
              </a:rPr>
              <a:t>고양이 군단과의 전투</a:t>
            </a:r>
            <a:endParaRPr sz="1300"/>
          </a:p>
        </p:txBody>
      </p:sp>
      <p:sp>
        <p:nvSpPr>
          <p:cNvPr id="30" name="Shape 28">
            <a:extLst xmlns:a="http://schemas.openxmlformats.org/drawingml/2006/main">
              <a:ext uri="{FF2B5EF4-FFF2-40B4-BE49-F238E27FC236}">
                <a16:creationId xmlns:a16="http://schemas.microsoft.com/office/drawing/2014/main" id="{2275A88D-61ED-4CBD-B897-0A7FA2C4B20E}"/>
              </a:ext>
            </a:extLst>
          </p:cNvPr>
          <p:cNvSpPr>
            <a:spLocks xmlns:a="http://schemas.openxmlformats.org/drawingml/2006/main" noGrp="1"/>
          </p:cNvSpPr>
          <p:nvPr/>
        </p:nvSpPr>
        <p:spPr>
          <a:xfrm xmlns:a="http://schemas.openxmlformats.org/drawingml/2006/main">
            <a:off x="6263640" y="4617720"/>
            <a:ext cx="5349240" cy="1371600"/>
          </a:xfrm>
          <a:prstGeom xmlns:a="http://schemas.openxmlformats.org/drawingml/2006/main" prst="roundRect">
            <a:avLst>
              <a:gd name="adj" fmla="val 5333"/>
            </a:avLst>
          </a:prstGeom>
          <a:solidFill xmlns:a="http://schemas.openxmlformats.org/drawingml/2006/main">
            <a:srgbClr val="3D2B1F"/>
          </a:solidFill>
        </p:spPr>
      </p:sp>
      <p:sp>
        <p:nvSpPr>
          <p:cNvPr id="31" name="Text 29">
            <a:extLst xmlns:a="http://schemas.openxmlformats.org/drawingml/2006/main">
              <a:ext uri="{FF2B5EF4-FFF2-40B4-BE49-F238E27FC236}">
                <a16:creationId xmlns:a16="http://schemas.microsoft.com/office/drawing/2014/main" id="{60806D47-5BFD-4473-A70A-07B42B247146}"/>
              </a:ext>
            </a:extLst>
          </p:cNvPr>
          <p:cNvSpPr>
            <a:spLocks xmlns:a="http://schemas.openxmlformats.org/drawingml/2006/main" noGrp="1"/>
          </p:cNvSpPr>
          <p:nvPr/>
        </p:nvSpPr>
        <p:spPr>
          <a:xfrm xmlns:a="http://schemas.openxmlformats.org/drawingml/2006/main">
            <a:off x="6492240" y="4773168"/>
            <a:ext cx="4892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이 문서의 관점</a:t>
            </a:r>
            <a:endParaRPr sz="1200"/>
          </a:p>
        </p:txBody>
      </p:sp>
      <p:sp>
        <p:nvSpPr>
          <p:cNvPr id="32" name="Text 30">
            <a:extLst xmlns:a="http://schemas.openxmlformats.org/drawingml/2006/main">
              <a:ext uri="{FF2B5EF4-FFF2-40B4-BE49-F238E27FC236}">
                <a16:creationId xmlns:a16="http://schemas.microsoft.com/office/drawing/2014/main" id="{1C42A641-76B1-4B13-8551-962D1D2C09EF}"/>
              </a:ext>
            </a:extLst>
          </p:cNvPr>
          <p:cNvSpPr>
            <a:spLocks xmlns:a="http://schemas.openxmlformats.org/drawingml/2006/main" noGrp="1"/>
          </p:cNvSpPr>
          <p:nvPr/>
        </p:nvSpPr>
        <p:spPr>
          <a:xfrm xmlns:a="http://schemas.openxmlformats.org/drawingml/2006/main">
            <a:off x="6492240" y="5047488"/>
            <a:ext cx="489204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5000"/>
              </a:lnSpc>
              <a:buNone/>
            </a:pPr>
            <a:r>
              <a:rPr sz="1150">
                <a:solidFill>
                  <a:srgbClr val="F7ECDA"/>
                </a:solidFill>
                <a:latin typeface="맑은 고딕"/>
                <a:ea typeface="맑은 고딕"/>
                <a:cs typeface="맑은 고딕"/>
              </a:rPr>
              <a:t>AI가 만든 결과만 나열하지 않고, 콘셉트 시트·후처리·Unity 검증과 UI·에이전트 운영 기준까지 사람이 어떻게 통제하는지 기록합니다.</a:t>
            </a:r>
            <a:endParaRPr sz="1150"/>
          </a:p>
        </p:txBody>
      </p:sp>
      <p:sp>
        <p:nvSpPr>
          <p:cNvPr id="33" name="Text 31">
            <a:extLst xmlns:a="http://schemas.openxmlformats.org/drawingml/2006/main">
              <a:ext uri="{FF2B5EF4-FFF2-40B4-BE49-F238E27FC236}">
                <a16:creationId xmlns:a16="http://schemas.microsoft.com/office/drawing/2014/main" id="{71A9630C-7AC6-42ED-807A-F1E39A9E307B}"/>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34" name="Text 32">
            <a:extLst xmlns:a="http://schemas.openxmlformats.org/drawingml/2006/main">
              <a:ext uri="{FF2B5EF4-FFF2-40B4-BE49-F238E27FC236}">
                <a16:creationId xmlns:a16="http://schemas.microsoft.com/office/drawing/2014/main" id="{37C16C55-19E2-443D-A77D-53741D73188A}"/>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2</a:t>
            </a:r>
            <a:endParaRPr sz="900"/>
          </a:p>
        </p:txBody>
      </p:sp>
    </p:spTree>
    <p:extLst>
      <p:ext uri="{BB962C8B-B14F-4D97-AF65-F5344CB8AC3E}">
        <p14:creationId xmlns:p14="http://schemas.microsoft.com/office/powerpoint/2010/main" val="1989753316"/>
      </p:ext>
    </p:extLst>
  </p:cSld>
</p:sld>
</file>

<file path=ppt/slides/slide3.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0271CD-3689-42E5-BC87-6961F08F295C}"/>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SCOPE</a:t>
            </a:r>
            <a:endParaRPr sz="1200"/>
          </a:p>
        </p:txBody>
      </p:sp>
      <p:sp>
        <p:nvSpPr>
          <p:cNvPr id="3" name="Text 1">
            <a:extLst xmlns:a="http://schemas.openxmlformats.org/drawingml/2006/main">
              <a:ext uri="{FF2B5EF4-FFF2-40B4-BE49-F238E27FC236}">
                <a16:creationId xmlns:a16="http://schemas.microsoft.com/office/drawing/2014/main" id="{AF75D8B7-B749-4B25-8E5A-052C80398CAE}"/>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AI 활용 범위 — 실사용 / 운영 기준 / 구성 가이드</a:t>
            </a:r>
            <a:endParaRPr sz="2900"/>
          </a:p>
        </p:txBody>
      </p:sp>
      <p:sp>
        <p:nvSpPr>
          <p:cNvPr id="4" name="Shape 2">
            <a:extLst xmlns:a="http://schemas.openxmlformats.org/drawingml/2006/main">
              <a:ext uri="{FF2B5EF4-FFF2-40B4-BE49-F238E27FC236}">
                <a16:creationId xmlns:a16="http://schemas.microsoft.com/office/drawing/2014/main" id="{FF639989-411A-4494-BC56-FAD1ECF63F6C}"/>
              </a:ext>
            </a:extLst>
          </p:cNvPr>
          <p:cNvSpPr>
            <a:spLocks xmlns:a="http://schemas.openxmlformats.org/drawingml/2006/main" noGrp="1"/>
          </p:cNvSpPr>
          <p:nvPr/>
        </p:nvSpPr>
        <p:spPr>
          <a:xfrm xmlns:a="http://schemas.openxmlformats.org/drawingml/2006/main">
            <a:off x="548640"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5" name="Shape 3">
            <a:extLst xmlns:a="http://schemas.openxmlformats.org/drawingml/2006/main">
              <a:ext uri="{FF2B5EF4-FFF2-40B4-BE49-F238E27FC236}">
                <a16:creationId xmlns:a16="http://schemas.microsoft.com/office/drawing/2014/main" id="{562A4C4F-564E-492C-9CCA-851F0468360A}"/>
              </a:ext>
            </a:extLst>
          </p:cNvPr>
          <p:cNvSpPr>
            <a:spLocks xmlns:a="http://schemas.openxmlformats.org/drawingml/2006/main" noGrp="1"/>
          </p:cNvSpPr>
          <p:nvPr/>
        </p:nvSpPr>
        <p:spPr>
          <a:xfrm xmlns:a="http://schemas.openxmlformats.org/drawingml/2006/main">
            <a:off x="731520" y="1783080"/>
            <a:ext cx="2990088" cy="548640"/>
          </a:xfrm>
          <a:prstGeom xmlns:a="http://schemas.openxmlformats.org/drawingml/2006/main" prst="roundRect">
            <a:avLst>
              <a:gd name="adj" fmla="val 10000"/>
            </a:avLst>
          </a:prstGeom>
          <a:solidFill xmlns:a="http://schemas.openxmlformats.org/drawingml/2006/main">
            <a:srgbClr val="D97B3F"/>
          </a:solidFill>
        </p:spPr>
      </p:sp>
      <p:sp>
        <p:nvSpPr>
          <p:cNvPr id="6" name="Text 4">
            <a:extLst xmlns:a="http://schemas.openxmlformats.org/drawingml/2006/main">
              <a:ext uri="{FF2B5EF4-FFF2-40B4-BE49-F238E27FC236}">
                <a16:creationId xmlns:a16="http://schemas.microsoft.com/office/drawing/2014/main" id="{54DC1E7A-0F92-4D43-A992-6BA1BEA7716C}"/>
              </a:ext>
            </a:extLst>
          </p:cNvPr>
          <p:cNvSpPr>
            <a:spLocks xmlns:a="http://schemas.openxmlformats.org/drawingml/2006/main" noGrp="1"/>
          </p:cNvSpPr>
          <p:nvPr/>
        </p:nvSpPr>
        <p:spPr>
          <a:xfrm xmlns:a="http://schemas.openxmlformats.org/drawingml/2006/main">
            <a:off x="822960"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A. 실제 활용이 확인된 항목</a:t>
            </a:r>
            <a:endParaRPr sz="1200"/>
          </a:p>
        </p:txBody>
      </p:sp>
      <p:sp>
        <p:nvSpPr>
          <p:cNvPr id="7" name="Shape 5">
            <a:extLst xmlns:a="http://schemas.openxmlformats.org/drawingml/2006/main">
              <a:ext uri="{FF2B5EF4-FFF2-40B4-BE49-F238E27FC236}">
                <a16:creationId xmlns:a16="http://schemas.microsoft.com/office/drawing/2014/main" id="{6BC39A91-DDA0-4B3D-AA2E-363ECABCC5DF}"/>
              </a:ext>
            </a:extLst>
          </p:cNvPr>
          <p:cNvSpPr>
            <a:spLocks xmlns:a="http://schemas.openxmlformats.org/drawingml/2006/main" noGrp="1"/>
          </p:cNvSpPr>
          <p:nvPr/>
        </p:nvSpPr>
        <p:spPr>
          <a:xfrm xmlns:a="http://schemas.openxmlformats.org/drawingml/2006/main">
            <a:off x="749808" y="2596896"/>
            <a:ext cx="91440" cy="91440"/>
          </a:xfrm>
          <a:prstGeom xmlns:a="http://schemas.openxmlformats.org/drawingml/2006/main" prst="ellipse">
            <a:avLst/>
          </a:prstGeom>
          <a:solidFill xmlns:a="http://schemas.openxmlformats.org/drawingml/2006/main">
            <a:srgbClr val="D97B3F"/>
          </a:solidFill>
        </p:spPr>
      </p:sp>
      <p:sp>
        <p:nvSpPr>
          <p:cNvPr id="8" name="Text 6">
            <a:extLst xmlns:a="http://schemas.openxmlformats.org/drawingml/2006/main">
              <a:ext uri="{FF2B5EF4-FFF2-40B4-BE49-F238E27FC236}">
                <a16:creationId xmlns:a16="http://schemas.microsoft.com/office/drawing/2014/main" id="{E52540A4-28B4-4A55-90D7-69B8CD017E20}"/>
              </a:ext>
            </a:extLst>
          </p:cNvPr>
          <p:cNvSpPr>
            <a:spLocks xmlns:a="http://schemas.openxmlformats.org/drawingml/2006/main" noGrp="1"/>
          </p:cNvSpPr>
          <p:nvPr/>
        </p:nvSpPr>
        <p:spPr>
          <a:xfrm xmlns:a="http://schemas.openxmlformats.org/drawingml/2006/main">
            <a:off x="932688"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콘셉트 시트 우선 생성 후 개별 리소스 제작</a:t>
            </a:r>
            <a:endParaRPr sz="1080"/>
          </a:p>
        </p:txBody>
      </p:sp>
      <p:sp>
        <p:nvSpPr>
          <p:cNvPr id="9" name="Shape 7">
            <a:extLst xmlns:a="http://schemas.openxmlformats.org/drawingml/2006/main">
              <a:ext uri="{FF2B5EF4-FFF2-40B4-BE49-F238E27FC236}">
                <a16:creationId xmlns:a16="http://schemas.microsoft.com/office/drawing/2014/main" id="{5B812F79-0215-4794-A682-7C6BFF153D45}"/>
              </a:ext>
            </a:extLst>
          </p:cNvPr>
          <p:cNvSpPr>
            <a:spLocks xmlns:a="http://schemas.openxmlformats.org/drawingml/2006/main" noGrp="1"/>
          </p:cNvSpPr>
          <p:nvPr/>
        </p:nvSpPr>
        <p:spPr>
          <a:xfrm xmlns:a="http://schemas.openxmlformats.org/drawingml/2006/main">
            <a:off x="749808" y="3218688"/>
            <a:ext cx="91440" cy="91440"/>
          </a:xfrm>
          <a:prstGeom xmlns:a="http://schemas.openxmlformats.org/drawingml/2006/main" prst="ellipse">
            <a:avLst/>
          </a:prstGeom>
          <a:solidFill xmlns:a="http://schemas.openxmlformats.org/drawingml/2006/main">
            <a:srgbClr val="D97B3F"/>
          </a:solidFill>
        </p:spPr>
      </p:sp>
      <p:sp>
        <p:nvSpPr>
          <p:cNvPr id="10" name="Text 8">
            <a:extLst xmlns:a="http://schemas.openxmlformats.org/drawingml/2006/main">
              <a:ext uri="{FF2B5EF4-FFF2-40B4-BE49-F238E27FC236}">
                <a16:creationId xmlns:a16="http://schemas.microsoft.com/office/drawing/2014/main" id="{C6D3E42D-073C-46D6-9E03-2B628411FCD9}"/>
              </a:ext>
            </a:extLst>
          </p:cNvPr>
          <p:cNvSpPr>
            <a:spLocks xmlns:a="http://schemas.openxmlformats.org/drawingml/2006/main" noGrp="1"/>
          </p:cNvSpPr>
          <p:nvPr/>
        </p:nvSpPr>
        <p:spPr>
          <a:xfrm xmlns:a="http://schemas.openxmlformats.org/drawingml/2006/main">
            <a:off x="932688"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대형 이미지 생성·배경 제거·최종 크기 축소</a:t>
            </a:r>
            <a:endParaRPr sz="1080"/>
          </a:p>
        </p:txBody>
      </p:sp>
      <p:sp>
        <p:nvSpPr>
          <p:cNvPr id="11" name="Shape 9">
            <a:extLst xmlns:a="http://schemas.openxmlformats.org/drawingml/2006/main">
              <a:ext uri="{FF2B5EF4-FFF2-40B4-BE49-F238E27FC236}">
                <a16:creationId xmlns:a16="http://schemas.microsoft.com/office/drawing/2014/main" id="{12006107-083D-4883-8BF6-99CA48094986}"/>
              </a:ext>
            </a:extLst>
          </p:cNvPr>
          <p:cNvSpPr>
            <a:spLocks xmlns:a="http://schemas.openxmlformats.org/drawingml/2006/main" noGrp="1"/>
          </p:cNvSpPr>
          <p:nvPr/>
        </p:nvSpPr>
        <p:spPr>
          <a:xfrm xmlns:a="http://schemas.openxmlformats.org/drawingml/2006/main">
            <a:off x="749808" y="3840480"/>
            <a:ext cx="91440" cy="91440"/>
          </a:xfrm>
          <a:prstGeom xmlns:a="http://schemas.openxmlformats.org/drawingml/2006/main" prst="ellipse">
            <a:avLst/>
          </a:prstGeom>
          <a:solidFill xmlns:a="http://schemas.openxmlformats.org/drawingml/2006/main">
            <a:srgbClr val="D97B3F"/>
          </a:solidFill>
        </p:spPr>
      </p:sp>
      <p:sp>
        <p:nvSpPr>
          <p:cNvPr id="12" name="Text 10">
            <a:extLst xmlns:a="http://schemas.openxmlformats.org/drawingml/2006/main">
              <a:ext uri="{FF2B5EF4-FFF2-40B4-BE49-F238E27FC236}">
                <a16:creationId xmlns:a16="http://schemas.microsoft.com/office/drawing/2014/main" id="{BAEBD0A0-1C5A-476B-9963-CB3A96B6575C}"/>
              </a:ext>
            </a:extLst>
          </p:cNvPr>
          <p:cNvSpPr>
            <a:spLocks xmlns:a="http://schemas.openxmlformats.org/drawingml/2006/main" noGrp="1"/>
          </p:cNvSpPr>
          <p:nvPr/>
        </p:nvSpPr>
        <p:spPr>
          <a:xfrm xmlns:a="http://schemas.openxmlformats.org/drawingml/2006/main">
            <a:off x="932688"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생성물 Unity 임포트와 게임 적용</a:t>
            </a:r>
            <a:endParaRPr sz="1080"/>
          </a:p>
        </p:txBody>
      </p:sp>
      <p:sp>
        <p:nvSpPr>
          <p:cNvPr id="13" name="Shape 11">
            <a:extLst xmlns:a="http://schemas.openxmlformats.org/drawingml/2006/main">
              <a:ext uri="{FF2B5EF4-FFF2-40B4-BE49-F238E27FC236}">
                <a16:creationId xmlns:a16="http://schemas.microsoft.com/office/drawing/2014/main" id="{300E3C65-8F34-4D3A-81A9-E9EA521EB622}"/>
              </a:ext>
            </a:extLst>
          </p:cNvPr>
          <p:cNvSpPr>
            <a:spLocks xmlns:a="http://schemas.openxmlformats.org/drawingml/2006/main" noGrp="1"/>
          </p:cNvSpPr>
          <p:nvPr/>
        </p:nvSpPr>
        <p:spPr>
          <a:xfrm xmlns:a="http://schemas.openxmlformats.org/drawingml/2006/main">
            <a:off x="749808" y="4462272"/>
            <a:ext cx="91440" cy="91440"/>
          </a:xfrm>
          <a:prstGeom xmlns:a="http://schemas.openxmlformats.org/drawingml/2006/main" prst="ellipse">
            <a:avLst/>
          </a:prstGeom>
          <a:solidFill xmlns:a="http://schemas.openxmlformats.org/drawingml/2006/main">
            <a:srgbClr val="D97B3F"/>
          </a:solidFill>
        </p:spPr>
      </p:sp>
      <p:sp>
        <p:nvSpPr>
          <p:cNvPr id="14" name="Text 12">
            <a:extLst xmlns:a="http://schemas.openxmlformats.org/drawingml/2006/main">
              <a:ext uri="{FF2B5EF4-FFF2-40B4-BE49-F238E27FC236}">
                <a16:creationId xmlns:a16="http://schemas.microsoft.com/office/drawing/2014/main" id="{311944C6-C177-4CAA-8088-98AA4DFF507C}"/>
              </a:ext>
            </a:extLst>
          </p:cNvPr>
          <p:cNvSpPr>
            <a:spLocks xmlns:a="http://schemas.openxmlformats.org/drawingml/2006/main" noGrp="1"/>
          </p:cNvSpPr>
          <p:nvPr/>
        </p:nvSpPr>
        <p:spPr>
          <a:xfrm xmlns:a="http://schemas.openxmlformats.org/drawingml/2006/main">
            <a:off x="932688" y="4352544"/>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Unity CLI로 빠른 Editor 작업·검증</a:t>
            </a:r>
            <a:endParaRPr sz="1080"/>
          </a:p>
        </p:txBody>
      </p:sp>
      <p:sp>
        <p:nvSpPr>
          <p:cNvPr id="15" name="Shape 13">
            <a:extLst xmlns:a="http://schemas.openxmlformats.org/drawingml/2006/main">
              <a:ext uri="{FF2B5EF4-FFF2-40B4-BE49-F238E27FC236}">
                <a16:creationId xmlns:a16="http://schemas.microsoft.com/office/drawing/2014/main" id="{00620DBD-5461-4861-AF4C-A4E954B09CF7}"/>
              </a:ext>
            </a:extLst>
          </p:cNvPr>
          <p:cNvSpPr>
            <a:spLocks xmlns:a="http://schemas.openxmlformats.org/drawingml/2006/main" noGrp="1"/>
          </p:cNvSpPr>
          <p:nvPr/>
        </p:nvSpPr>
        <p:spPr>
          <a:xfrm xmlns:a="http://schemas.openxmlformats.org/drawingml/2006/main">
            <a:off x="749808" y="5084064"/>
            <a:ext cx="91440" cy="91440"/>
          </a:xfrm>
          <a:prstGeom xmlns:a="http://schemas.openxmlformats.org/drawingml/2006/main" prst="ellipse">
            <a:avLst/>
          </a:prstGeom>
          <a:solidFill xmlns:a="http://schemas.openxmlformats.org/drawingml/2006/main">
            <a:srgbClr val="D97B3F"/>
          </a:solidFill>
        </p:spPr>
      </p:sp>
      <p:sp>
        <p:nvSpPr>
          <p:cNvPr id="16" name="Text 14">
            <a:extLst xmlns:a="http://schemas.openxmlformats.org/drawingml/2006/main">
              <a:ext uri="{FF2B5EF4-FFF2-40B4-BE49-F238E27FC236}">
                <a16:creationId xmlns:a16="http://schemas.microsoft.com/office/drawing/2014/main" id="{16BD86BF-C3FD-41EE-9647-4068D0B567A0}"/>
              </a:ext>
            </a:extLst>
          </p:cNvPr>
          <p:cNvSpPr>
            <a:spLocks xmlns:a="http://schemas.openxmlformats.org/drawingml/2006/main" noGrp="1"/>
          </p:cNvSpPr>
          <p:nvPr/>
        </p:nvSpPr>
        <p:spPr>
          <a:xfrm xmlns:a="http://schemas.openxmlformats.org/drawingml/2006/main">
            <a:off x="932688" y="4974336"/>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Unity MCP로 씬·UI 구조를 세밀하게 조작</a:t>
            </a:r>
            <a:endParaRPr sz="1080"/>
          </a:p>
        </p:txBody>
      </p:sp>
      <p:sp>
        <p:nvSpPr>
          <p:cNvPr id="17" name="Shape 15">
            <a:extLst xmlns:a="http://schemas.openxmlformats.org/drawingml/2006/main">
              <a:ext uri="{FF2B5EF4-FFF2-40B4-BE49-F238E27FC236}">
                <a16:creationId xmlns:a16="http://schemas.microsoft.com/office/drawing/2014/main" id="{C10A8171-F19E-4FC2-ABCE-97C360C619A3}"/>
              </a:ext>
            </a:extLst>
          </p:cNvPr>
          <p:cNvSpPr>
            <a:spLocks xmlns:a="http://schemas.openxmlformats.org/drawingml/2006/main" noGrp="1"/>
          </p:cNvSpPr>
          <p:nvPr/>
        </p:nvSpPr>
        <p:spPr>
          <a:xfrm xmlns:a="http://schemas.openxmlformats.org/drawingml/2006/main">
            <a:off x="749808" y="5705856"/>
            <a:ext cx="91440" cy="91440"/>
          </a:xfrm>
          <a:prstGeom xmlns:a="http://schemas.openxmlformats.org/drawingml/2006/main" prst="ellipse">
            <a:avLst/>
          </a:prstGeom>
          <a:solidFill xmlns:a="http://schemas.openxmlformats.org/drawingml/2006/main">
            <a:srgbClr val="D97B3F"/>
          </a:solidFill>
        </p:spPr>
      </p:sp>
      <p:sp>
        <p:nvSpPr>
          <p:cNvPr id="18" name="Text 16">
            <a:extLst xmlns:a="http://schemas.openxmlformats.org/drawingml/2006/main">
              <a:ext uri="{FF2B5EF4-FFF2-40B4-BE49-F238E27FC236}">
                <a16:creationId xmlns:a16="http://schemas.microsoft.com/office/drawing/2014/main" id="{B3794FF6-29EB-42AE-B90A-524E7BBCDB2F}"/>
              </a:ext>
            </a:extLst>
          </p:cNvPr>
          <p:cNvSpPr>
            <a:spLocks xmlns:a="http://schemas.openxmlformats.org/drawingml/2006/main" noGrp="1"/>
          </p:cNvSpPr>
          <p:nvPr/>
        </p:nvSpPr>
        <p:spPr>
          <a:xfrm xmlns:a="http://schemas.openxmlformats.org/drawingml/2006/main">
            <a:off x="932688" y="559612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결과 선별 후 검수·수정 반복</a:t>
            </a:r>
            <a:endParaRPr sz="1080"/>
          </a:p>
        </p:txBody>
      </p:sp>
      <p:sp>
        <p:nvSpPr>
          <p:cNvPr id="19" name="Shape 17">
            <a:extLst xmlns:a="http://schemas.openxmlformats.org/drawingml/2006/main">
              <a:ext uri="{FF2B5EF4-FFF2-40B4-BE49-F238E27FC236}">
                <a16:creationId xmlns:a16="http://schemas.microsoft.com/office/drawing/2014/main" id="{E42CBC43-7B42-43D6-A20C-F3861C02BCAC}"/>
              </a:ext>
            </a:extLst>
          </p:cNvPr>
          <p:cNvSpPr>
            <a:spLocks xmlns:a="http://schemas.openxmlformats.org/drawingml/2006/main" noGrp="1"/>
          </p:cNvSpPr>
          <p:nvPr/>
        </p:nvSpPr>
        <p:spPr>
          <a:xfrm xmlns:a="http://schemas.openxmlformats.org/drawingml/2006/main">
            <a:off x="4416552"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20" name="Shape 18">
            <a:extLst xmlns:a="http://schemas.openxmlformats.org/drawingml/2006/main">
              <a:ext uri="{FF2B5EF4-FFF2-40B4-BE49-F238E27FC236}">
                <a16:creationId xmlns:a16="http://schemas.microsoft.com/office/drawing/2014/main" id="{2BC9F167-C97B-4681-961C-7C494A4B0E68}"/>
              </a:ext>
            </a:extLst>
          </p:cNvPr>
          <p:cNvSpPr>
            <a:spLocks xmlns:a="http://schemas.openxmlformats.org/drawingml/2006/main" noGrp="1"/>
          </p:cNvSpPr>
          <p:nvPr/>
        </p:nvSpPr>
        <p:spPr>
          <a:xfrm xmlns:a="http://schemas.openxmlformats.org/drawingml/2006/main">
            <a:off x="4599432" y="1783080"/>
            <a:ext cx="2990088" cy="548640"/>
          </a:xfrm>
          <a:prstGeom xmlns:a="http://schemas.openxmlformats.org/drawingml/2006/main" prst="roundRect">
            <a:avLst>
              <a:gd name="adj" fmla="val 10000"/>
            </a:avLst>
          </a:prstGeom>
          <a:solidFill xmlns:a="http://schemas.openxmlformats.org/drawingml/2006/main">
            <a:srgbClr val="3F8C82"/>
          </a:solidFill>
        </p:spPr>
      </p:sp>
      <p:sp>
        <p:nvSpPr>
          <p:cNvPr id="21" name="Text 19">
            <a:extLst xmlns:a="http://schemas.openxmlformats.org/drawingml/2006/main">
              <a:ext uri="{FF2B5EF4-FFF2-40B4-BE49-F238E27FC236}">
                <a16:creationId xmlns:a16="http://schemas.microsoft.com/office/drawing/2014/main" id="{E4D8A9B2-2C5D-46FD-AC7B-B30316AAB077}"/>
              </a:ext>
            </a:extLst>
          </p:cNvPr>
          <p:cNvSpPr>
            <a:spLocks xmlns:a="http://schemas.openxmlformats.org/drawingml/2006/main" noGrp="1"/>
          </p:cNvSpPr>
          <p:nvPr/>
        </p:nvSpPr>
        <p:spPr>
          <a:xfrm xmlns:a="http://schemas.openxmlformats.org/drawingml/2006/main">
            <a:off x="4690872"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B. 구성된 워크플로 / 운영 기준</a:t>
            </a:r>
            <a:endParaRPr sz="1200"/>
          </a:p>
        </p:txBody>
      </p:sp>
      <p:sp>
        <p:nvSpPr>
          <p:cNvPr id="22" name="Shape 20">
            <a:extLst xmlns:a="http://schemas.openxmlformats.org/drawingml/2006/main">
              <a:ext uri="{FF2B5EF4-FFF2-40B4-BE49-F238E27FC236}">
                <a16:creationId xmlns:a16="http://schemas.microsoft.com/office/drawing/2014/main" id="{90EE4976-E16D-45A4-A2AB-7264E4AE80C0}"/>
              </a:ext>
            </a:extLst>
          </p:cNvPr>
          <p:cNvSpPr>
            <a:spLocks xmlns:a="http://schemas.openxmlformats.org/drawingml/2006/main" noGrp="1"/>
          </p:cNvSpPr>
          <p:nvPr/>
        </p:nvSpPr>
        <p:spPr>
          <a:xfrm xmlns:a="http://schemas.openxmlformats.org/drawingml/2006/main">
            <a:off x="4617720" y="2596896"/>
            <a:ext cx="91440" cy="91440"/>
          </a:xfrm>
          <a:prstGeom xmlns:a="http://schemas.openxmlformats.org/drawingml/2006/main" prst="ellipse">
            <a:avLst/>
          </a:prstGeom>
          <a:solidFill xmlns:a="http://schemas.openxmlformats.org/drawingml/2006/main">
            <a:srgbClr val="3F8C82"/>
          </a:solidFill>
        </p:spPr>
      </p:sp>
      <p:sp>
        <p:nvSpPr>
          <p:cNvPr id="23" name="Text 21">
            <a:extLst xmlns:a="http://schemas.openxmlformats.org/drawingml/2006/main">
              <a:ext uri="{FF2B5EF4-FFF2-40B4-BE49-F238E27FC236}">
                <a16:creationId xmlns:a16="http://schemas.microsoft.com/office/drawing/2014/main" id="{038BA442-3CFD-468A-BEAB-AB07DFE8BDD1}"/>
              </a:ext>
            </a:extLst>
          </p:cNvPr>
          <p:cNvSpPr>
            <a:spLocks xmlns:a="http://schemas.openxmlformats.org/drawingml/2006/main" noGrp="1"/>
          </p:cNvSpPr>
          <p:nvPr/>
        </p:nvSpPr>
        <p:spPr>
          <a:xfrm xmlns:a="http://schemas.openxmlformats.org/drawingml/2006/main">
            <a:off x="4800600"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CLI는 속도·명확한 결과가 필요한 작업에 사용</a:t>
            </a:r>
            <a:endParaRPr sz="1080"/>
          </a:p>
        </p:txBody>
      </p:sp>
      <p:sp>
        <p:nvSpPr>
          <p:cNvPr id="24" name="Shape 22">
            <a:extLst xmlns:a="http://schemas.openxmlformats.org/drawingml/2006/main">
              <a:ext uri="{FF2B5EF4-FFF2-40B4-BE49-F238E27FC236}">
                <a16:creationId xmlns:a16="http://schemas.microsoft.com/office/drawing/2014/main" id="{ADC4651C-A636-490B-84A4-ABB66D873A9B}"/>
              </a:ext>
            </a:extLst>
          </p:cNvPr>
          <p:cNvSpPr>
            <a:spLocks xmlns:a="http://schemas.openxmlformats.org/drawingml/2006/main" noGrp="1"/>
          </p:cNvSpPr>
          <p:nvPr/>
        </p:nvSpPr>
        <p:spPr>
          <a:xfrm xmlns:a="http://schemas.openxmlformats.org/drawingml/2006/main">
            <a:off x="4617720" y="3218688"/>
            <a:ext cx="91440" cy="91440"/>
          </a:xfrm>
          <a:prstGeom xmlns:a="http://schemas.openxmlformats.org/drawingml/2006/main" prst="ellipse">
            <a:avLst/>
          </a:prstGeom>
          <a:solidFill xmlns:a="http://schemas.openxmlformats.org/drawingml/2006/main">
            <a:srgbClr val="3F8C82"/>
          </a:solidFill>
        </p:spPr>
      </p:sp>
      <p:sp>
        <p:nvSpPr>
          <p:cNvPr id="25" name="Text 23">
            <a:extLst xmlns:a="http://schemas.openxmlformats.org/drawingml/2006/main">
              <a:ext uri="{FF2B5EF4-FFF2-40B4-BE49-F238E27FC236}">
                <a16:creationId xmlns:a16="http://schemas.microsoft.com/office/drawing/2014/main" id="{CD0BCE19-CE43-4244-B165-BD28C8C64675}"/>
              </a:ext>
            </a:extLst>
          </p:cNvPr>
          <p:cNvSpPr>
            <a:spLocks xmlns:a="http://schemas.openxmlformats.org/drawingml/2006/main" noGrp="1"/>
          </p:cNvSpPr>
          <p:nvPr/>
        </p:nvSpPr>
        <p:spPr>
          <a:xfrm xmlns:a="http://schemas.openxmlformats.org/drawingml/2006/main">
            <a:off x="4800600"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MCP는 정교한 Editor 조작과 시각 검증에 사용</a:t>
            </a:r>
            <a:endParaRPr sz="1080"/>
          </a:p>
        </p:txBody>
      </p:sp>
      <p:sp>
        <p:nvSpPr>
          <p:cNvPr id="26" name="Shape 24">
            <a:extLst xmlns:a="http://schemas.openxmlformats.org/drawingml/2006/main">
              <a:ext uri="{FF2B5EF4-FFF2-40B4-BE49-F238E27FC236}">
                <a16:creationId xmlns:a16="http://schemas.microsoft.com/office/drawing/2014/main" id="{84650822-5F76-4E76-A40F-992FA38121EE}"/>
              </a:ext>
            </a:extLst>
          </p:cNvPr>
          <p:cNvSpPr>
            <a:spLocks xmlns:a="http://schemas.openxmlformats.org/drawingml/2006/main" noGrp="1"/>
          </p:cNvSpPr>
          <p:nvPr/>
        </p:nvSpPr>
        <p:spPr>
          <a:xfrm xmlns:a="http://schemas.openxmlformats.org/drawingml/2006/main">
            <a:off x="4617720" y="3840480"/>
            <a:ext cx="91440" cy="91440"/>
          </a:xfrm>
          <a:prstGeom xmlns:a="http://schemas.openxmlformats.org/drawingml/2006/main" prst="ellipse">
            <a:avLst/>
          </a:prstGeom>
          <a:solidFill xmlns:a="http://schemas.openxmlformats.org/drawingml/2006/main">
            <a:srgbClr val="3F8C82"/>
          </a:solidFill>
        </p:spPr>
      </p:sp>
      <p:sp>
        <p:nvSpPr>
          <p:cNvPr id="27" name="Text 25">
            <a:extLst xmlns:a="http://schemas.openxmlformats.org/drawingml/2006/main">
              <a:ext uri="{FF2B5EF4-FFF2-40B4-BE49-F238E27FC236}">
                <a16:creationId xmlns:a16="http://schemas.microsoft.com/office/drawing/2014/main" id="{9FC3FBAD-71DD-409E-A0B6-C08079F43099}"/>
              </a:ext>
            </a:extLst>
          </p:cNvPr>
          <p:cNvSpPr>
            <a:spLocks xmlns:a="http://schemas.openxmlformats.org/drawingml/2006/main" noGrp="1"/>
          </p:cNvSpPr>
          <p:nvPr/>
        </p:nvSpPr>
        <p:spPr>
          <a:xfrm xmlns:a="http://schemas.openxmlformats.org/drawingml/2006/main">
            <a:off x="4800600"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코드 파운데이션·Graphify로 코드 맥락 확인</a:t>
            </a:r>
            <a:endParaRPr sz="1080"/>
          </a:p>
        </p:txBody>
      </p:sp>
      <p:sp>
        <p:nvSpPr>
          <p:cNvPr id="28" name="Shape 26">
            <a:extLst xmlns:a="http://schemas.openxmlformats.org/drawingml/2006/main">
              <a:ext uri="{FF2B5EF4-FFF2-40B4-BE49-F238E27FC236}">
                <a16:creationId xmlns:a16="http://schemas.microsoft.com/office/drawing/2014/main" id="{EE2D961C-98BF-405A-B2B2-29AA8D225D15}"/>
              </a:ext>
            </a:extLst>
          </p:cNvPr>
          <p:cNvSpPr>
            <a:spLocks xmlns:a="http://schemas.openxmlformats.org/drawingml/2006/main" noGrp="1"/>
          </p:cNvSpPr>
          <p:nvPr/>
        </p:nvSpPr>
        <p:spPr>
          <a:xfrm xmlns:a="http://schemas.openxmlformats.org/drawingml/2006/main">
            <a:off x="4617720" y="4462272"/>
            <a:ext cx="91440" cy="91440"/>
          </a:xfrm>
          <a:prstGeom xmlns:a="http://schemas.openxmlformats.org/drawingml/2006/main" prst="ellipse">
            <a:avLst/>
          </a:prstGeom>
          <a:solidFill xmlns:a="http://schemas.openxmlformats.org/drawingml/2006/main">
            <a:srgbClr val="3F8C82"/>
          </a:solidFill>
        </p:spPr>
      </p:sp>
      <p:sp>
        <p:nvSpPr>
          <p:cNvPr id="29" name="Text 27">
            <a:extLst xmlns:a="http://schemas.openxmlformats.org/drawingml/2006/main">
              <a:ext uri="{FF2B5EF4-FFF2-40B4-BE49-F238E27FC236}">
                <a16:creationId xmlns:a16="http://schemas.microsoft.com/office/drawing/2014/main" id="{7BC68D83-D64E-4BF4-B5F5-8D565EE8DFBA}"/>
              </a:ext>
            </a:extLst>
          </p:cNvPr>
          <p:cNvSpPr>
            <a:spLocks xmlns:a="http://schemas.openxmlformats.org/drawingml/2006/main" noGrp="1"/>
          </p:cNvSpPr>
          <p:nvPr/>
        </p:nvSpPr>
        <p:spPr>
          <a:xfrm xmlns:a="http://schemas.openxmlformats.org/drawingml/2006/main">
            <a:off x="4800600" y="4352544"/>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AGENTS.md로 작업량·ignore 경로·규칙 통제</a:t>
            </a:r>
            <a:endParaRPr sz="1080"/>
          </a:p>
        </p:txBody>
      </p:sp>
      <p:sp>
        <p:nvSpPr>
          <p:cNvPr id="30" name="Shape 28">
            <a:extLst xmlns:a="http://schemas.openxmlformats.org/drawingml/2006/main">
              <a:ext uri="{FF2B5EF4-FFF2-40B4-BE49-F238E27FC236}">
                <a16:creationId xmlns:a16="http://schemas.microsoft.com/office/drawing/2014/main" id="{4085B0D7-7123-40D1-98CB-1A1F41269272}"/>
              </a:ext>
            </a:extLst>
          </p:cNvPr>
          <p:cNvSpPr>
            <a:spLocks xmlns:a="http://schemas.openxmlformats.org/drawingml/2006/main" noGrp="1"/>
          </p:cNvSpPr>
          <p:nvPr/>
        </p:nvSpPr>
        <p:spPr>
          <a:xfrm xmlns:a="http://schemas.openxmlformats.org/drawingml/2006/main">
            <a:off x="8284464"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31" name="Shape 29">
            <a:extLst xmlns:a="http://schemas.openxmlformats.org/drawingml/2006/main">
              <a:ext uri="{FF2B5EF4-FFF2-40B4-BE49-F238E27FC236}">
                <a16:creationId xmlns:a16="http://schemas.microsoft.com/office/drawing/2014/main" id="{432E9192-0FE5-4C9A-A2DC-4316F178CC36}"/>
              </a:ext>
            </a:extLst>
          </p:cNvPr>
          <p:cNvSpPr>
            <a:spLocks xmlns:a="http://schemas.openxmlformats.org/drawingml/2006/main" noGrp="1"/>
          </p:cNvSpPr>
          <p:nvPr/>
        </p:nvSpPr>
        <p:spPr>
          <a:xfrm xmlns:a="http://schemas.openxmlformats.org/drawingml/2006/main">
            <a:off x="8467344" y="1783080"/>
            <a:ext cx="2990088" cy="548640"/>
          </a:xfrm>
          <a:prstGeom xmlns:a="http://schemas.openxmlformats.org/drawingml/2006/main" prst="roundRect">
            <a:avLst>
              <a:gd name="adj" fmla="val 10000"/>
            </a:avLst>
          </a:prstGeom>
          <a:solidFill xmlns:a="http://schemas.openxmlformats.org/drawingml/2006/main">
            <a:srgbClr val="7A7267"/>
          </a:solidFill>
        </p:spPr>
      </p:sp>
      <p:sp>
        <p:nvSpPr>
          <p:cNvPr id="32" name="Text 30">
            <a:extLst xmlns:a="http://schemas.openxmlformats.org/drawingml/2006/main">
              <a:ext uri="{FF2B5EF4-FFF2-40B4-BE49-F238E27FC236}">
                <a16:creationId xmlns:a16="http://schemas.microsoft.com/office/drawing/2014/main" id="{CF4DA342-8F01-452B-9E02-7F4C46D989BD}"/>
              </a:ext>
            </a:extLst>
          </p:cNvPr>
          <p:cNvSpPr>
            <a:spLocks xmlns:a="http://schemas.openxmlformats.org/drawingml/2006/main" noGrp="1"/>
          </p:cNvSpPr>
          <p:nvPr/>
        </p:nvSpPr>
        <p:spPr>
          <a:xfrm xmlns:a="http://schemas.openxmlformats.org/drawingml/2006/main">
            <a:off x="8558784"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C. 구성·가이드 단계</a:t>
            </a:r>
            <a:endParaRPr sz="1200"/>
          </a:p>
        </p:txBody>
      </p:sp>
      <p:sp>
        <p:nvSpPr>
          <p:cNvPr id="33" name="Shape 31">
            <a:extLst xmlns:a="http://schemas.openxmlformats.org/drawingml/2006/main">
              <a:ext uri="{FF2B5EF4-FFF2-40B4-BE49-F238E27FC236}">
                <a16:creationId xmlns:a16="http://schemas.microsoft.com/office/drawing/2014/main" id="{4EB35EE9-CA9F-4863-97F5-5E5B612386CD}"/>
              </a:ext>
            </a:extLst>
          </p:cNvPr>
          <p:cNvSpPr>
            <a:spLocks xmlns:a="http://schemas.openxmlformats.org/drawingml/2006/main" noGrp="1"/>
          </p:cNvSpPr>
          <p:nvPr/>
        </p:nvSpPr>
        <p:spPr>
          <a:xfrm xmlns:a="http://schemas.openxmlformats.org/drawingml/2006/main">
            <a:off x="8485632" y="2596896"/>
            <a:ext cx="91440" cy="91440"/>
          </a:xfrm>
          <a:prstGeom xmlns:a="http://schemas.openxmlformats.org/drawingml/2006/main" prst="ellipse">
            <a:avLst/>
          </a:prstGeom>
          <a:solidFill xmlns:a="http://schemas.openxmlformats.org/drawingml/2006/main">
            <a:srgbClr val="7A7267"/>
          </a:solidFill>
        </p:spPr>
      </p:sp>
      <p:sp>
        <p:nvSpPr>
          <p:cNvPr id="34" name="Text 32">
            <a:extLst xmlns:a="http://schemas.openxmlformats.org/drawingml/2006/main">
              <a:ext uri="{FF2B5EF4-FFF2-40B4-BE49-F238E27FC236}">
                <a16:creationId xmlns:a16="http://schemas.microsoft.com/office/drawing/2014/main" id="{B26A9576-2604-4B34-A1F8-8B7D90D73A62}"/>
              </a:ext>
            </a:extLst>
          </p:cNvPr>
          <p:cNvSpPr>
            <a:spLocks xmlns:a="http://schemas.openxmlformats.org/drawingml/2006/main" noGrp="1"/>
          </p:cNvSpPr>
          <p:nvPr/>
        </p:nvSpPr>
        <p:spPr>
          <a:xfrm xmlns:a="http://schemas.openxmlformats.org/drawingml/2006/main">
            <a:off x="8668512"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UI 패널 레이아웃의 크기·위치를 데이터로 정의</a:t>
            </a:r>
            <a:endParaRPr sz="1080"/>
          </a:p>
        </p:txBody>
      </p:sp>
      <p:sp>
        <p:nvSpPr>
          <p:cNvPr id="35" name="Shape 33">
            <a:extLst xmlns:a="http://schemas.openxmlformats.org/drawingml/2006/main">
              <a:ext uri="{FF2B5EF4-FFF2-40B4-BE49-F238E27FC236}">
                <a16:creationId xmlns:a16="http://schemas.microsoft.com/office/drawing/2014/main" id="{B33CE9C9-A853-45BF-B0CC-2BDA0A37CD91}"/>
              </a:ext>
            </a:extLst>
          </p:cNvPr>
          <p:cNvSpPr>
            <a:spLocks xmlns:a="http://schemas.openxmlformats.org/drawingml/2006/main" noGrp="1"/>
          </p:cNvSpPr>
          <p:nvPr/>
        </p:nvSpPr>
        <p:spPr>
          <a:xfrm xmlns:a="http://schemas.openxmlformats.org/drawingml/2006/main">
            <a:off x="8485632" y="3218688"/>
            <a:ext cx="91440" cy="91440"/>
          </a:xfrm>
          <a:prstGeom xmlns:a="http://schemas.openxmlformats.org/drawingml/2006/main" prst="ellipse">
            <a:avLst/>
          </a:prstGeom>
          <a:solidFill xmlns:a="http://schemas.openxmlformats.org/drawingml/2006/main">
            <a:srgbClr val="7A7267"/>
          </a:solidFill>
        </p:spPr>
      </p:sp>
      <p:sp>
        <p:nvSpPr>
          <p:cNvPr id="36" name="Text 34">
            <a:extLst xmlns:a="http://schemas.openxmlformats.org/drawingml/2006/main">
              <a:ext uri="{FF2B5EF4-FFF2-40B4-BE49-F238E27FC236}">
                <a16:creationId xmlns:a16="http://schemas.microsoft.com/office/drawing/2014/main" id="{5DFCF36B-28B7-4E63-A3D4-05687B0131C6}"/>
              </a:ext>
            </a:extLst>
          </p:cNvPr>
          <p:cNvSpPr>
            <a:spLocks xmlns:a="http://schemas.openxmlformats.org/drawingml/2006/main" noGrp="1"/>
          </p:cNvSpPr>
          <p:nvPr/>
        </p:nvSpPr>
        <p:spPr>
          <a:xfrm xmlns:a="http://schemas.openxmlformats.org/drawingml/2006/main">
            <a:off x="8668512"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ScriptableObject로 레이아웃·표시 데이터를 분리</a:t>
            </a:r>
            <a:endParaRPr sz="1080"/>
          </a:p>
        </p:txBody>
      </p:sp>
      <p:sp>
        <p:nvSpPr>
          <p:cNvPr id="37" name="Shape 35">
            <a:extLst xmlns:a="http://schemas.openxmlformats.org/drawingml/2006/main">
              <a:ext uri="{FF2B5EF4-FFF2-40B4-BE49-F238E27FC236}">
                <a16:creationId xmlns:a16="http://schemas.microsoft.com/office/drawing/2014/main" id="{1A38988B-0EBD-445A-932B-7128ACBFE1F2}"/>
              </a:ext>
            </a:extLst>
          </p:cNvPr>
          <p:cNvSpPr>
            <a:spLocks xmlns:a="http://schemas.openxmlformats.org/drawingml/2006/main" noGrp="1"/>
          </p:cNvSpPr>
          <p:nvPr/>
        </p:nvSpPr>
        <p:spPr>
          <a:xfrm xmlns:a="http://schemas.openxmlformats.org/drawingml/2006/main">
            <a:off x="8485632" y="3840480"/>
            <a:ext cx="91440" cy="91440"/>
          </a:xfrm>
          <a:prstGeom xmlns:a="http://schemas.openxmlformats.org/drawingml/2006/main" prst="ellipse">
            <a:avLst/>
          </a:prstGeom>
          <a:solidFill xmlns:a="http://schemas.openxmlformats.org/drawingml/2006/main">
            <a:srgbClr val="7A7267"/>
          </a:solidFill>
        </p:spPr>
      </p:sp>
      <p:sp>
        <p:nvSpPr>
          <p:cNvPr id="38" name="Text 36">
            <a:extLst xmlns:a="http://schemas.openxmlformats.org/drawingml/2006/main">
              <a:ext uri="{FF2B5EF4-FFF2-40B4-BE49-F238E27FC236}">
                <a16:creationId xmlns:a16="http://schemas.microsoft.com/office/drawing/2014/main" id="{102350B8-9506-4B16-8DA6-C1BC93C44334}"/>
              </a:ext>
            </a:extLst>
          </p:cNvPr>
          <p:cNvSpPr>
            <a:spLocks xmlns:a="http://schemas.openxmlformats.org/drawingml/2006/main" noGrp="1"/>
          </p:cNvSpPr>
          <p:nvPr/>
        </p:nvSpPr>
        <p:spPr>
          <a:xfrm xmlns:a="http://schemas.openxmlformats.org/drawingml/2006/main">
            <a:off x="8668512"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AI가 지정된 레이아웃 안에서 UI 생성·수정</a:t>
            </a:r>
            <a:endParaRPr sz="1080"/>
          </a:p>
        </p:txBody>
      </p:sp>
      <p:sp>
        <p:nvSpPr>
          <p:cNvPr id="39" name="Text 37">
            <a:extLst xmlns:a="http://schemas.openxmlformats.org/drawingml/2006/main">
              <a:ext uri="{FF2B5EF4-FFF2-40B4-BE49-F238E27FC236}">
                <a16:creationId xmlns:a16="http://schemas.microsoft.com/office/drawing/2014/main" id="{5B3EA599-B173-401C-ABD8-03C8568D3CD2}"/>
              </a:ext>
            </a:extLst>
          </p:cNvPr>
          <p:cNvSpPr>
            <a:spLocks xmlns:a="http://schemas.openxmlformats.org/drawingml/2006/main" noGrp="1"/>
          </p:cNvSpPr>
          <p:nvPr/>
        </p:nvSpPr>
        <p:spPr>
          <a:xfrm xmlns:a="http://schemas.openxmlformats.org/drawingml/2006/main">
            <a:off x="548640" y="6355080"/>
            <a:ext cx="1109167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9C8A76"/>
                </a:solidFill>
                <a:latin typeface="맑은 고딕"/>
                <a:ea typeface="맑은 고딕"/>
                <a:cs typeface="맑은 고딕"/>
              </a:rPr>
              <a:t>구성·가이드 항목은 적용 기준이며, 실제 활용이 확인된 항목과 구분해 기록합니다.</a:t>
            </a:r>
            <a:endParaRPr sz="1000"/>
          </a:p>
        </p:txBody>
      </p:sp>
      <p:sp>
        <p:nvSpPr>
          <p:cNvPr id="40" name="Text 38">
            <a:extLst xmlns:a="http://schemas.openxmlformats.org/drawingml/2006/main">
              <a:ext uri="{FF2B5EF4-FFF2-40B4-BE49-F238E27FC236}">
                <a16:creationId xmlns:a16="http://schemas.microsoft.com/office/drawing/2014/main" id="{8A6879AF-A834-46BB-84FD-58464CA09CE2}"/>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41" name="Text 39">
            <a:extLst xmlns:a="http://schemas.openxmlformats.org/drawingml/2006/main">
              <a:ext uri="{FF2B5EF4-FFF2-40B4-BE49-F238E27FC236}">
                <a16:creationId xmlns:a16="http://schemas.microsoft.com/office/drawing/2014/main" id="{63306242-CA5C-4804-9289-7D7C0A783010}"/>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3</a:t>
            </a:r>
            <a:endParaRPr sz="900"/>
          </a:p>
        </p:txBody>
      </p:sp>
    </p:spTree>
    <p:extLst>
      <p:ext uri="{BB962C8B-B14F-4D97-AF65-F5344CB8AC3E}">
        <p14:creationId xmlns:p14="http://schemas.microsoft.com/office/powerpoint/2010/main" val="1613329509"/>
      </p:ext>
    </p:extLst>
  </p:cSld>
</p:sld>
</file>

<file path=ppt/slides/slide4.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68D079-AE5E-4CBA-8061-2ECB30968A4B}"/>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PROCESS</a:t>
            </a:r>
            <a:endParaRPr sz="1200"/>
          </a:p>
        </p:txBody>
      </p:sp>
      <p:sp>
        <p:nvSpPr>
          <p:cNvPr id="3" name="Text 1">
            <a:extLst xmlns:a="http://schemas.openxmlformats.org/drawingml/2006/main">
              <a:ext uri="{FF2B5EF4-FFF2-40B4-BE49-F238E27FC236}">
                <a16:creationId xmlns:a16="http://schemas.microsoft.com/office/drawing/2014/main" id="{A5C3F186-CD6A-4A17-AF7B-23F0906627FE}"/>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AI 에셋 제작 프로세스 — 콘셉트 시트 기준</a:t>
            </a:r>
            <a:endParaRPr sz="2900"/>
          </a:p>
        </p:txBody>
      </p:sp>
      <p:sp>
        <p:nvSpPr>
          <p:cNvPr id="4" name="Shape 2">
            <a:extLst xmlns:a="http://schemas.openxmlformats.org/drawingml/2006/main">
              <a:ext uri="{FF2B5EF4-FFF2-40B4-BE49-F238E27FC236}">
                <a16:creationId xmlns:a16="http://schemas.microsoft.com/office/drawing/2014/main" id="{55E3E232-511E-412E-B64B-C094CE4990B3}"/>
              </a:ext>
            </a:extLst>
          </p:cNvPr>
          <p:cNvSpPr>
            <a:spLocks xmlns:a="http://schemas.openxmlformats.org/drawingml/2006/main" noGrp="1"/>
          </p:cNvSpPr>
          <p:nvPr/>
        </p:nvSpPr>
        <p:spPr>
          <a:xfrm xmlns:a="http://schemas.openxmlformats.org/drawingml/2006/main">
            <a:off x="641452" y="2148840"/>
            <a:ext cx="1417320" cy="1234440"/>
          </a:xfrm>
          <a:prstGeom xmlns:a="http://schemas.openxmlformats.org/drawingml/2006/main" prst="roundRect">
            <a:avLst>
              <a:gd name="adj" fmla="val 5185"/>
            </a:avLst>
          </a:prstGeom>
          <a:solidFill xmlns:a="http://schemas.openxmlformats.org/drawingml/2006/main">
            <a:srgbClr val="6B4A32"/>
          </a:solidFill>
        </p:spPr>
      </p:sp>
      <p:sp>
        <p:nvSpPr>
          <p:cNvPr id="5" name="Text 3">
            <a:extLst xmlns:a="http://schemas.openxmlformats.org/drawingml/2006/main">
              <a:ext uri="{FF2B5EF4-FFF2-40B4-BE49-F238E27FC236}">
                <a16:creationId xmlns:a16="http://schemas.microsoft.com/office/drawing/2014/main" id="{13E18A10-8456-4BDA-9B19-998685FD0323}"/>
              </a:ext>
            </a:extLst>
          </p:cNvPr>
          <p:cNvSpPr>
            <a:spLocks xmlns:a="http://schemas.openxmlformats.org/drawingml/2006/main" noGrp="1"/>
          </p:cNvSpPr>
          <p:nvPr/>
        </p:nvSpPr>
        <p:spPr>
          <a:xfrm xmlns:a="http://schemas.openxmlformats.org/drawingml/2006/main">
            <a:off x="641452"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요구사항</a:t>
            </a:r>
            <a:endParaRPr sz="1150"/>
          </a:p>
          <a:p xmlns:a="http://schemas.openxmlformats.org/drawingml/2006/main">
            <a:pPr marL="0" indent="0" algn="ctr">
              <a:buNone/>
            </a:pPr>
            <a:r>
              <a:rPr sz="1150" b="1">
                <a:solidFill>
                  <a:srgbClr val="F7ECDA"/>
                </a:solidFill>
                <a:latin typeface="맑은 고딕"/>
                <a:ea typeface="맑은 고딕"/>
                <a:cs typeface="맑은 고딕"/>
              </a:rPr>
              <a:t>정의</a:t>
            </a:r>
            <a:endParaRPr sz="1150"/>
          </a:p>
        </p:txBody>
      </p:sp>
      <p:sp>
        <p:nvSpPr>
          <p:cNvPr id="6" name="Text 4">
            <a:extLst xmlns:a="http://schemas.openxmlformats.org/drawingml/2006/main">
              <a:ext uri="{FF2B5EF4-FFF2-40B4-BE49-F238E27FC236}">
                <a16:creationId xmlns:a16="http://schemas.microsoft.com/office/drawing/2014/main" id="{4D9FA4AF-4A1C-484B-A634-69B2DB07CEC4}"/>
              </a:ext>
            </a:extLst>
          </p:cNvPr>
          <p:cNvSpPr>
            <a:spLocks xmlns:a="http://schemas.openxmlformats.org/drawingml/2006/main" noGrp="1"/>
          </p:cNvSpPr>
          <p:nvPr/>
        </p:nvSpPr>
        <p:spPr>
          <a:xfrm xmlns:a="http://schemas.openxmlformats.org/drawingml/2006/main">
            <a:off x="2058772"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7" name="Shape 5">
            <a:extLst xmlns:a="http://schemas.openxmlformats.org/drawingml/2006/main">
              <a:ext uri="{FF2B5EF4-FFF2-40B4-BE49-F238E27FC236}">
                <a16:creationId xmlns:a16="http://schemas.microsoft.com/office/drawing/2014/main" id="{04370FAC-399F-4238-9D12-8EA88B4A5298}"/>
              </a:ext>
            </a:extLst>
          </p:cNvPr>
          <p:cNvSpPr>
            <a:spLocks xmlns:a="http://schemas.openxmlformats.org/drawingml/2006/main" noGrp="1"/>
          </p:cNvSpPr>
          <p:nvPr/>
        </p:nvSpPr>
        <p:spPr>
          <a:xfrm xmlns:a="http://schemas.openxmlformats.org/drawingml/2006/main">
            <a:off x="2223364" y="2148840"/>
            <a:ext cx="1417320" cy="1234440"/>
          </a:xfrm>
          <a:prstGeom xmlns:a="http://schemas.openxmlformats.org/drawingml/2006/main" prst="roundRect">
            <a:avLst>
              <a:gd name="adj" fmla="val 5185"/>
            </a:avLst>
          </a:prstGeom>
          <a:solidFill xmlns:a="http://schemas.openxmlformats.org/drawingml/2006/main">
            <a:srgbClr val="D97B3F"/>
          </a:solidFill>
        </p:spPr>
      </p:sp>
      <p:sp>
        <p:nvSpPr>
          <p:cNvPr id="8" name="Text 6">
            <a:extLst xmlns:a="http://schemas.openxmlformats.org/drawingml/2006/main">
              <a:ext uri="{FF2B5EF4-FFF2-40B4-BE49-F238E27FC236}">
                <a16:creationId xmlns:a16="http://schemas.microsoft.com/office/drawing/2014/main" id="{0E4753ED-F49D-46A2-9105-D2DE57782B78}"/>
              </a:ext>
            </a:extLst>
          </p:cNvPr>
          <p:cNvSpPr>
            <a:spLocks xmlns:a="http://schemas.openxmlformats.org/drawingml/2006/main" noGrp="1"/>
          </p:cNvSpPr>
          <p:nvPr/>
        </p:nvSpPr>
        <p:spPr>
          <a:xfrm xmlns:a="http://schemas.openxmlformats.org/drawingml/2006/main">
            <a:off x="2223364"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콘셉트 시트</a:t>
            </a:r>
            <a:endParaRPr sz="1150"/>
          </a:p>
          <a:p xmlns:a="http://schemas.openxmlformats.org/drawingml/2006/main">
            <a:pPr marL="0" indent="0" algn="ctr">
              <a:buNone/>
            </a:pPr>
            <a:r>
              <a:rPr sz="1150" b="1">
                <a:solidFill>
                  <a:srgbClr val="F7ECDA"/>
                </a:solidFill>
                <a:latin typeface="맑은 고딕"/>
                <a:ea typeface="맑은 고딕"/>
                <a:cs typeface="맑은 고딕"/>
              </a:rPr>
              <a:t>생성</a:t>
            </a:r>
            <a:endParaRPr sz="1150"/>
          </a:p>
        </p:txBody>
      </p:sp>
      <p:sp>
        <p:nvSpPr>
          <p:cNvPr id="9" name="Text 7">
            <a:extLst xmlns:a="http://schemas.openxmlformats.org/drawingml/2006/main">
              <a:ext uri="{FF2B5EF4-FFF2-40B4-BE49-F238E27FC236}">
                <a16:creationId xmlns:a16="http://schemas.microsoft.com/office/drawing/2014/main" id="{F9238B4C-782C-4352-8DB6-1709A8CCE53E}"/>
              </a:ext>
            </a:extLst>
          </p:cNvPr>
          <p:cNvSpPr>
            <a:spLocks xmlns:a="http://schemas.openxmlformats.org/drawingml/2006/main" noGrp="1"/>
          </p:cNvSpPr>
          <p:nvPr/>
        </p:nvSpPr>
        <p:spPr>
          <a:xfrm xmlns:a="http://schemas.openxmlformats.org/drawingml/2006/main">
            <a:off x="3640684"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10" name="Shape 8">
            <a:extLst xmlns:a="http://schemas.openxmlformats.org/drawingml/2006/main">
              <a:ext uri="{FF2B5EF4-FFF2-40B4-BE49-F238E27FC236}">
                <a16:creationId xmlns:a16="http://schemas.microsoft.com/office/drawing/2014/main" id="{AA18D729-C0BF-4D3A-8DFC-0E7161F95F97}"/>
              </a:ext>
            </a:extLst>
          </p:cNvPr>
          <p:cNvSpPr>
            <a:spLocks xmlns:a="http://schemas.openxmlformats.org/drawingml/2006/main" noGrp="1"/>
          </p:cNvSpPr>
          <p:nvPr/>
        </p:nvSpPr>
        <p:spPr>
          <a:xfrm xmlns:a="http://schemas.openxmlformats.org/drawingml/2006/main">
            <a:off x="3805276" y="2148840"/>
            <a:ext cx="1417320" cy="1234440"/>
          </a:xfrm>
          <a:prstGeom xmlns:a="http://schemas.openxmlformats.org/drawingml/2006/main" prst="roundRect">
            <a:avLst>
              <a:gd name="adj" fmla="val 5185"/>
            </a:avLst>
          </a:prstGeom>
          <a:solidFill xmlns:a="http://schemas.openxmlformats.org/drawingml/2006/main">
            <a:srgbClr val="D97B3F"/>
          </a:solidFill>
        </p:spPr>
      </p:sp>
      <p:sp>
        <p:nvSpPr>
          <p:cNvPr id="11" name="Text 9">
            <a:extLst xmlns:a="http://schemas.openxmlformats.org/drawingml/2006/main">
              <a:ext uri="{FF2B5EF4-FFF2-40B4-BE49-F238E27FC236}">
                <a16:creationId xmlns:a16="http://schemas.microsoft.com/office/drawing/2014/main" id="{565DF90A-3D8C-4B97-A22D-2A3156F1A4F0}"/>
              </a:ext>
            </a:extLst>
          </p:cNvPr>
          <p:cNvSpPr>
            <a:spLocks xmlns:a="http://schemas.openxmlformats.org/drawingml/2006/main" noGrp="1"/>
          </p:cNvSpPr>
          <p:nvPr/>
        </p:nvSpPr>
        <p:spPr>
          <a:xfrm xmlns:a="http://schemas.openxmlformats.org/drawingml/2006/main">
            <a:off x="3805276"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개별 리소스</a:t>
            </a:r>
            <a:endParaRPr sz="1150"/>
          </a:p>
          <a:p xmlns:a="http://schemas.openxmlformats.org/drawingml/2006/main">
            <a:pPr marL="0" indent="0" algn="ctr">
              <a:buNone/>
            </a:pPr>
            <a:r>
              <a:rPr sz="1150" b="1">
                <a:solidFill>
                  <a:srgbClr val="F7ECDA"/>
                </a:solidFill>
                <a:latin typeface="맑은 고딕"/>
                <a:ea typeface="맑은 고딕"/>
                <a:cs typeface="맑은 고딕"/>
              </a:rPr>
              <a:t>대형 생성</a:t>
            </a:r>
            <a:endParaRPr sz="1150"/>
          </a:p>
        </p:txBody>
      </p:sp>
      <p:sp>
        <p:nvSpPr>
          <p:cNvPr id="12" name="Text 10">
            <a:extLst xmlns:a="http://schemas.openxmlformats.org/drawingml/2006/main">
              <a:ext uri="{FF2B5EF4-FFF2-40B4-BE49-F238E27FC236}">
                <a16:creationId xmlns:a16="http://schemas.microsoft.com/office/drawing/2014/main" id="{6B98FE05-61CA-4DAB-83AA-8C11CC26A8CA}"/>
              </a:ext>
            </a:extLst>
          </p:cNvPr>
          <p:cNvSpPr>
            <a:spLocks xmlns:a="http://schemas.openxmlformats.org/drawingml/2006/main" noGrp="1"/>
          </p:cNvSpPr>
          <p:nvPr/>
        </p:nvSpPr>
        <p:spPr>
          <a:xfrm xmlns:a="http://schemas.openxmlformats.org/drawingml/2006/main">
            <a:off x="5222596"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13" name="Shape 11">
            <a:extLst xmlns:a="http://schemas.openxmlformats.org/drawingml/2006/main">
              <a:ext uri="{FF2B5EF4-FFF2-40B4-BE49-F238E27FC236}">
                <a16:creationId xmlns:a16="http://schemas.microsoft.com/office/drawing/2014/main" id="{41C2E8FB-E171-48F4-83F2-C5F54131849D}"/>
              </a:ext>
            </a:extLst>
          </p:cNvPr>
          <p:cNvSpPr>
            <a:spLocks xmlns:a="http://schemas.openxmlformats.org/drawingml/2006/main" noGrp="1"/>
          </p:cNvSpPr>
          <p:nvPr/>
        </p:nvSpPr>
        <p:spPr>
          <a:xfrm xmlns:a="http://schemas.openxmlformats.org/drawingml/2006/main">
            <a:off x="5387188" y="2148840"/>
            <a:ext cx="1417320" cy="1234440"/>
          </a:xfrm>
          <a:prstGeom xmlns:a="http://schemas.openxmlformats.org/drawingml/2006/main" prst="roundRect">
            <a:avLst>
              <a:gd name="adj" fmla="val 5185"/>
            </a:avLst>
          </a:prstGeom>
          <a:solidFill xmlns:a="http://schemas.openxmlformats.org/drawingml/2006/main">
            <a:srgbClr val="3F8C82"/>
          </a:solidFill>
        </p:spPr>
      </p:sp>
      <p:sp>
        <p:nvSpPr>
          <p:cNvPr id="14" name="Text 12">
            <a:extLst xmlns:a="http://schemas.openxmlformats.org/drawingml/2006/main">
              <a:ext uri="{FF2B5EF4-FFF2-40B4-BE49-F238E27FC236}">
                <a16:creationId xmlns:a16="http://schemas.microsoft.com/office/drawing/2014/main" id="{A9CB4329-52BB-405C-A8A1-5B6665DFC5CA}"/>
              </a:ext>
            </a:extLst>
          </p:cNvPr>
          <p:cNvSpPr>
            <a:spLocks xmlns:a="http://schemas.openxmlformats.org/drawingml/2006/main" noGrp="1"/>
          </p:cNvSpPr>
          <p:nvPr/>
        </p:nvSpPr>
        <p:spPr>
          <a:xfrm xmlns:a="http://schemas.openxmlformats.org/drawingml/2006/main">
            <a:off x="5387188"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#00ff00</a:t>
            </a:r>
            <a:endParaRPr sz="1150"/>
          </a:p>
          <a:p xmlns:a="http://schemas.openxmlformats.org/drawingml/2006/main">
            <a:pPr marL="0" indent="0" algn="ctr">
              <a:buNone/>
            </a:pPr>
            <a:r>
              <a:rPr sz="1150" b="1">
                <a:solidFill>
                  <a:srgbClr val="F7ECDA"/>
                </a:solidFill>
                <a:latin typeface="맑은 고딕"/>
                <a:ea typeface="맑은 고딕"/>
                <a:cs typeface="맑은 고딕"/>
              </a:rPr>
              <a:t>크로마키 확보</a:t>
            </a:r>
            <a:endParaRPr sz="1150"/>
          </a:p>
        </p:txBody>
      </p:sp>
      <p:sp>
        <p:nvSpPr>
          <p:cNvPr id="15" name="Text 13">
            <a:extLst xmlns:a="http://schemas.openxmlformats.org/drawingml/2006/main">
              <a:ext uri="{FF2B5EF4-FFF2-40B4-BE49-F238E27FC236}">
                <a16:creationId xmlns:a16="http://schemas.microsoft.com/office/drawing/2014/main" id="{1696D5F3-FA3E-4FBB-BD97-F5BD9BD1BEB7}"/>
              </a:ext>
            </a:extLst>
          </p:cNvPr>
          <p:cNvSpPr>
            <a:spLocks xmlns:a="http://schemas.openxmlformats.org/drawingml/2006/main" noGrp="1"/>
          </p:cNvSpPr>
          <p:nvPr/>
        </p:nvSpPr>
        <p:spPr>
          <a:xfrm xmlns:a="http://schemas.openxmlformats.org/drawingml/2006/main">
            <a:off x="6804508"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16" name="Shape 14">
            <a:extLst xmlns:a="http://schemas.openxmlformats.org/drawingml/2006/main">
              <a:ext uri="{FF2B5EF4-FFF2-40B4-BE49-F238E27FC236}">
                <a16:creationId xmlns:a16="http://schemas.microsoft.com/office/drawing/2014/main" id="{1AD677FE-D8DF-48BC-B9B2-897E9C647D13}"/>
              </a:ext>
            </a:extLst>
          </p:cNvPr>
          <p:cNvSpPr>
            <a:spLocks xmlns:a="http://schemas.openxmlformats.org/drawingml/2006/main" noGrp="1"/>
          </p:cNvSpPr>
          <p:nvPr/>
        </p:nvSpPr>
        <p:spPr>
          <a:xfrm xmlns:a="http://schemas.openxmlformats.org/drawingml/2006/main">
            <a:off x="6969100" y="2148840"/>
            <a:ext cx="1417320" cy="1234440"/>
          </a:xfrm>
          <a:prstGeom xmlns:a="http://schemas.openxmlformats.org/drawingml/2006/main" prst="roundRect">
            <a:avLst>
              <a:gd name="adj" fmla="val 5185"/>
            </a:avLst>
          </a:prstGeom>
          <a:solidFill xmlns:a="http://schemas.openxmlformats.org/drawingml/2006/main">
            <a:srgbClr val="3F8C82"/>
          </a:solidFill>
        </p:spPr>
      </p:sp>
      <p:sp>
        <p:nvSpPr>
          <p:cNvPr id="17" name="Text 15">
            <a:extLst xmlns:a="http://schemas.openxmlformats.org/drawingml/2006/main">
              <a:ext uri="{FF2B5EF4-FFF2-40B4-BE49-F238E27FC236}">
                <a16:creationId xmlns:a16="http://schemas.microsoft.com/office/drawing/2014/main" id="{F83815DB-C917-4E49-AE93-EE1410DC3DC4}"/>
              </a:ext>
            </a:extLst>
          </p:cNvPr>
          <p:cNvSpPr>
            <a:spLocks xmlns:a="http://schemas.openxmlformats.org/drawingml/2006/main" noGrp="1"/>
          </p:cNvSpPr>
          <p:nvPr/>
        </p:nvSpPr>
        <p:spPr>
          <a:xfrm xmlns:a="http://schemas.openxmlformats.org/drawingml/2006/main">
            <a:off x="6969100"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배경 제거·</a:t>
            </a:r>
            <a:endParaRPr sz="1150"/>
          </a:p>
          <a:p xmlns:a="http://schemas.openxmlformats.org/drawingml/2006/main">
            <a:pPr marL="0" indent="0" algn="ctr">
              <a:buNone/>
            </a:pPr>
            <a:r>
              <a:rPr sz="1150" b="1">
                <a:solidFill>
                  <a:srgbClr val="F7ECDA"/>
                </a:solidFill>
                <a:latin typeface="맑은 고딕"/>
                <a:ea typeface="맑은 고딕"/>
                <a:cs typeface="맑은 고딕"/>
              </a:rPr>
              <a:t>투명 PNG</a:t>
            </a:r>
            <a:endParaRPr sz="1150"/>
          </a:p>
        </p:txBody>
      </p:sp>
      <p:sp>
        <p:nvSpPr>
          <p:cNvPr id="18" name="Text 16">
            <a:extLst xmlns:a="http://schemas.openxmlformats.org/drawingml/2006/main">
              <a:ext uri="{FF2B5EF4-FFF2-40B4-BE49-F238E27FC236}">
                <a16:creationId xmlns:a16="http://schemas.microsoft.com/office/drawing/2014/main" id="{841547FD-F5AB-41C9-A926-80A86E425439}"/>
              </a:ext>
            </a:extLst>
          </p:cNvPr>
          <p:cNvSpPr>
            <a:spLocks xmlns:a="http://schemas.openxmlformats.org/drawingml/2006/main" noGrp="1"/>
          </p:cNvSpPr>
          <p:nvPr/>
        </p:nvSpPr>
        <p:spPr>
          <a:xfrm xmlns:a="http://schemas.openxmlformats.org/drawingml/2006/main">
            <a:off x="8386420"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19" name="Shape 17">
            <a:extLst xmlns:a="http://schemas.openxmlformats.org/drawingml/2006/main">
              <a:ext uri="{FF2B5EF4-FFF2-40B4-BE49-F238E27FC236}">
                <a16:creationId xmlns:a16="http://schemas.microsoft.com/office/drawing/2014/main" id="{76398317-D61F-46A5-AA68-AB80C88ABD3F}"/>
              </a:ext>
            </a:extLst>
          </p:cNvPr>
          <p:cNvSpPr>
            <a:spLocks xmlns:a="http://schemas.openxmlformats.org/drawingml/2006/main" noGrp="1"/>
          </p:cNvSpPr>
          <p:nvPr/>
        </p:nvSpPr>
        <p:spPr>
          <a:xfrm xmlns:a="http://schemas.openxmlformats.org/drawingml/2006/main">
            <a:off x="8551012" y="2148840"/>
            <a:ext cx="1417320" cy="1234440"/>
          </a:xfrm>
          <a:prstGeom xmlns:a="http://schemas.openxmlformats.org/drawingml/2006/main" prst="roundRect">
            <a:avLst>
              <a:gd name="adj" fmla="val 5185"/>
            </a:avLst>
          </a:prstGeom>
          <a:solidFill xmlns:a="http://schemas.openxmlformats.org/drawingml/2006/main">
            <a:srgbClr val="3F8C82"/>
          </a:solidFill>
        </p:spPr>
      </p:sp>
      <p:sp>
        <p:nvSpPr>
          <p:cNvPr id="20" name="Text 18">
            <a:extLst xmlns:a="http://schemas.openxmlformats.org/drawingml/2006/main">
              <a:ext uri="{FF2B5EF4-FFF2-40B4-BE49-F238E27FC236}">
                <a16:creationId xmlns:a16="http://schemas.microsoft.com/office/drawing/2014/main" id="{3F8EAB58-EE4E-435C-9F44-9AF2C8CEBC64}"/>
              </a:ext>
            </a:extLst>
          </p:cNvPr>
          <p:cNvSpPr>
            <a:spLocks xmlns:a="http://schemas.openxmlformats.org/drawingml/2006/main" noGrp="1"/>
          </p:cNvSpPr>
          <p:nvPr/>
        </p:nvSpPr>
        <p:spPr>
          <a:xfrm xmlns:a="http://schemas.openxmlformats.org/drawingml/2006/main">
            <a:off x="8551012"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최종 크기</a:t>
            </a:r>
            <a:endParaRPr sz="1150"/>
          </a:p>
          <a:p xmlns:a="http://schemas.openxmlformats.org/drawingml/2006/main">
            <a:pPr marL="0" indent="0" algn="ctr">
              <a:buNone/>
            </a:pPr>
            <a:r>
              <a:rPr sz="1150" b="1">
                <a:solidFill>
                  <a:srgbClr val="F7ECDA"/>
                </a:solidFill>
                <a:latin typeface="맑은 고딕"/>
                <a:ea typeface="맑은 고딕"/>
                <a:cs typeface="맑은 고딕"/>
              </a:rPr>
              <a:t>축소</a:t>
            </a:r>
            <a:endParaRPr sz="1150"/>
          </a:p>
        </p:txBody>
      </p:sp>
      <p:sp>
        <p:nvSpPr>
          <p:cNvPr id="21" name="Text 19">
            <a:extLst xmlns:a="http://schemas.openxmlformats.org/drawingml/2006/main">
              <a:ext uri="{FF2B5EF4-FFF2-40B4-BE49-F238E27FC236}">
                <a16:creationId xmlns:a16="http://schemas.microsoft.com/office/drawing/2014/main" id="{FEC3C755-46E8-4771-BA46-A31A695975F5}"/>
              </a:ext>
            </a:extLst>
          </p:cNvPr>
          <p:cNvSpPr>
            <a:spLocks xmlns:a="http://schemas.openxmlformats.org/drawingml/2006/main" noGrp="1"/>
          </p:cNvSpPr>
          <p:nvPr/>
        </p:nvSpPr>
        <p:spPr>
          <a:xfrm xmlns:a="http://schemas.openxmlformats.org/drawingml/2006/main">
            <a:off x="9968332" y="2148840"/>
            <a:ext cx="1828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D2B1F"/>
                </a:solidFill>
                <a:latin typeface="맑은 고딕"/>
                <a:ea typeface="맑은 고딕"/>
                <a:cs typeface="맑은 고딕"/>
              </a:rPr>
              <a:t>→</a:t>
            </a:r>
            <a:endParaRPr sz="1600"/>
          </a:p>
        </p:txBody>
      </p:sp>
      <p:sp>
        <p:nvSpPr>
          <p:cNvPr id="22" name="Shape 20">
            <a:extLst xmlns:a="http://schemas.openxmlformats.org/drawingml/2006/main">
              <a:ext uri="{FF2B5EF4-FFF2-40B4-BE49-F238E27FC236}">
                <a16:creationId xmlns:a16="http://schemas.microsoft.com/office/drawing/2014/main" id="{932848FF-EC16-4B02-8FB1-3B643B43FFC5}"/>
              </a:ext>
            </a:extLst>
          </p:cNvPr>
          <p:cNvSpPr>
            <a:spLocks xmlns:a="http://schemas.openxmlformats.org/drawingml/2006/main" noGrp="1"/>
          </p:cNvSpPr>
          <p:nvPr/>
        </p:nvSpPr>
        <p:spPr>
          <a:xfrm xmlns:a="http://schemas.openxmlformats.org/drawingml/2006/main">
            <a:off x="10132924" y="2148840"/>
            <a:ext cx="1417320" cy="1234440"/>
          </a:xfrm>
          <a:prstGeom xmlns:a="http://schemas.openxmlformats.org/drawingml/2006/main" prst="roundRect">
            <a:avLst>
              <a:gd name="adj" fmla="val 5185"/>
            </a:avLst>
          </a:prstGeom>
          <a:solidFill xmlns:a="http://schemas.openxmlformats.org/drawingml/2006/main">
            <a:srgbClr val="6B4A32"/>
          </a:solidFill>
        </p:spPr>
      </p:sp>
      <p:sp>
        <p:nvSpPr>
          <p:cNvPr id="23" name="Text 21">
            <a:extLst xmlns:a="http://schemas.openxmlformats.org/drawingml/2006/main">
              <a:ext uri="{FF2B5EF4-FFF2-40B4-BE49-F238E27FC236}">
                <a16:creationId xmlns:a16="http://schemas.microsoft.com/office/drawing/2014/main" id="{D9CCCC62-DD3A-4C36-97BE-FCA1291BA17F}"/>
              </a:ext>
            </a:extLst>
          </p:cNvPr>
          <p:cNvSpPr>
            <a:spLocks xmlns:a="http://schemas.openxmlformats.org/drawingml/2006/main" noGrp="1"/>
          </p:cNvSpPr>
          <p:nvPr/>
        </p:nvSpPr>
        <p:spPr>
          <a:xfrm xmlns:a="http://schemas.openxmlformats.org/drawingml/2006/main">
            <a:off x="10132924" y="2148840"/>
            <a:ext cx="1417320" cy="1234440"/>
          </a:xfrm>
          <a:prstGeom xmlns:a="http://schemas.openxmlformats.org/drawingml/2006/main" prst="rect">
            <a:avLst/>
          </a:prstGeom>
          <a:noFill xmlns:a="http://schemas.openxmlformats.org/drawingml/2006/main"/>
        </p:spPr>
        <p:txBody>
          <a:bodyPr xmlns:a="http://schemas.openxmlformats.org/drawingml/2006/main" wrap="square" lIns="50800" tIns="50800" rIns="50800" bIns="50800" anchor="ctr"/>
          <a:lstStyle xmlns:a="http://schemas.openxmlformats.org/drawingml/2006/main"/>
          <a:p xmlns:a="http://schemas.openxmlformats.org/drawingml/2006/main">
            <a:pPr marL="0" indent="0" algn="ctr">
              <a:buNone/>
            </a:pPr>
            <a:r>
              <a:rPr sz="1150" b="1">
                <a:solidFill>
                  <a:srgbClr val="F7ECDA"/>
                </a:solidFill>
                <a:latin typeface="맑은 고딕"/>
                <a:ea typeface="맑은 고딕"/>
                <a:cs typeface="맑은 고딕"/>
              </a:rPr>
              <a:t>Unity 임포트·</a:t>
            </a:r>
            <a:endParaRPr sz="1150"/>
          </a:p>
          <a:p xmlns:a="http://schemas.openxmlformats.org/drawingml/2006/main">
            <a:pPr marL="0" indent="0" algn="ctr">
              <a:buNone/>
            </a:pPr>
            <a:r>
              <a:rPr sz="1150" b="1">
                <a:solidFill>
                  <a:srgbClr val="F7ECDA"/>
                </a:solidFill>
                <a:latin typeface="맑은 고딕"/>
                <a:ea typeface="맑은 고딕"/>
                <a:cs typeface="맑은 고딕"/>
              </a:rPr>
              <a:t>가독성 검수</a:t>
            </a:r>
            <a:endParaRPr sz="1150"/>
          </a:p>
        </p:txBody>
      </p:sp>
      <p:sp>
        <p:nvSpPr>
          <p:cNvPr id="24" name="Shape 22">
            <a:extLst xmlns:a="http://schemas.openxmlformats.org/drawingml/2006/main">
              <a:ext uri="{FF2B5EF4-FFF2-40B4-BE49-F238E27FC236}">
                <a16:creationId xmlns:a16="http://schemas.microsoft.com/office/drawing/2014/main" id="{39A740C6-B369-49C4-B366-1EE0BF4219D9}"/>
              </a:ext>
            </a:extLst>
          </p:cNvPr>
          <p:cNvSpPr>
            <a:spLocks xmlns:a="http://schemas.openxmlformats.org/drawingml/2006/main" noGrp="1"/>
          </p:cNvSpPr>
          <p:nvPr/>
        </p:nvSpPr>
        <p:spPr>
          <a:xfrm xmlns:a="http://schemas.openxmlformats.org/drawingml/2006/main">
            <a:off x="641452" y="3840480"/>
            <a:ext cx="960120" cy="292608"/>
          </a:xfrm>
          <a:prstGeom xmlns:a="http://schemas.openxmlformats.org/drawingml/2006/main" prst="roundRect">
            <a:avLst>
              <a:gd name="adj" fmla="val 50000"/>
            </a:avLst>
          </a:prstGeom>
          <a:solidFill xmlns:a="http://schemas.openxmlformats.org/drawingml/2006/main">
            <a:srgbClr val="6B4A32"/>
          </a:solidFill>
        </p:spPr>
      </p:sp>
      <p:sp>
        <p:nvSpPr>
          <p:cNvPr id="25" name="Text 23">
            <a:extLst xmlns:a="http://schemas.openxmlformats.org/drawingml/2006/main">
              <a:ext uri="{FF2B5EF4-FFF2-40B4-BE49-F238E27FC236}">
                <a16:creationId xmlns:a16="http://schemas.microsoft.com/office/drawing/2014/main" id="{D8C48D77-6F78-43E3-821C-37F7F4CDFF38}"/>
              </a:ext>
            </a:extLst>
          </p:cNvPr>
          <p:cNvSpPr>
            <a:spLocks xmlns:a="http://schemas.openxmlformats.org/drawingml/2006/main" noGrp="1"/>
          </p:cNvSpPr>
          <p:nvPr/>
        </p:nvSpPr>
        <p:spPr>
          <a:xfrm xmlns:a="http://schemas.openxmlformats.org/drawingml/2006/main">
            <a:off x="641452" y="3840480"/>
            <a:ext cx="960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7ECDA"/>
                </a:solidFill>
                <a:latin typeface="맑은 고딕"/>
                <a:ea typeface="맑은 고딕"/>
                <a:cs typeface="맑은 고딕"/>
              </a:rPr>
              <a:t>요구사항</a:t>
            </a:r>
            <a:endParaRPr sz="1050"/>
          </a:p>
        </p:txBody>
      </p:sp>
      <p:sp>
        <p:nvSpPr>
          <p:cNvPr id="26" name="Shape 24">
            <a:extLst xmlns:a="http://schemas.openxmlformats.org/drawingml/2006/main">
              <a:ext uri="{FF2B5EF4-FFF2-40B4-BE49-F238E27FC236}">
                <a16:creationId xmlns:a16="http://schemas.microsoft.com/office/drawing/2014/main" id="{367B2B7D-83D2-44FF-8DFB-BCEC937610FE}"/>
              </a:ext>
            </a:extLst>
          </p:cNvPr>
          <p:cNvSpPr>
            <a:spLocks xmlns:a="http://schemas.openxmlformats.org/drawingml/2006/main" noGrp="1"/>
          </p:cNvSpPr>
          <p:nvPr/>
        </p:nvSpPr>
        <p:spPr>
          <a:xfrm xmlns:a="http://schemas.openxmlformats.org/drawingml/2006/main">
            <a:off x="1784452" y="3840480"/>
            <a:ext cx="960120" cy="292608"/>
          </a:xfrm>
          <a:prstGeom xmlns:a="http://schemas.openxmlformats.org/drawingml/2006/main" prst="roundRect">
            <a:avLst>
              <a:gd name="adj" fmla="val 50000"/>
            </a:avLst>
          </a:prstGeom>
          <a:solidFill xmlns:a="http://schemas.openxmlformats.org/drawingml/2006/main">
            <a:srgbClr val="D97B3F"/>
          </a:solidFill>
        </p:spPr>
      </p:sp>
      <p:sp>
        <p:nvSpPr>
          <p:cNvPr id="27" name="Text 25">
            <a:extLst xmlns:a="http://schemas.openxmlformats.org/drawingml/2006/main">
              <a:ext uri="{FF2B5EF4-FFF2-40B4-BE49-F238E27FC236}">
                <a16:creationId xmlns:a16="http://schemas.microsoft.com/office/drawing/2014/main" id="{20BDDD80-2881-44E2-BFEB-9209F85BE6D2}"/>
              </a:ext>
            </a:extLst>
          </p:cNvPr>
          <p:cNvSpPr>
            <a:spLocks xmlns:a="http://schemas.openxmlformats.org/drawingml/2006/main" noGrp="1"/>
          </p:cNvSpPr>
          <p:nvPr/>
        </p:nvSpPr>
        <p:spPr>
          <a:xfrm xmlns:a="http://schemas.openxmlformats.org/drawingml/2006/main">
            <a:off x="1784452" y="3840480"/>
            <a:ext cx="960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7ECDA"/>
                </a:solidFill>
                <a:latin typeface="맑은 고딕"/>
                <a:ea typeface="맑은 고딕"/>
                <a:cs typeface="맑은 고딕"/>
              </a:rPr>
              <a:t>AI 생성</a:t>
            </a:r>
            <a:endParaRPr sz="1050"/>
          </a:p>
        </p:txBody>
      </p:sp>
      <p:sp>
        <p:nvSpPr>
          <p:cNvPr id="28" name="Shape 26">
            <a:extLst xmlns:a="http://schemas.openxmlformats.org/drawingml/2006/main">
              <a:ext uri="{FF2B5EF4-FFF2-40B4-BE49-F238E27FC236}">
                <a16:creationId xmlns:a16="http://schemas.microsoft.com/office/drawing/2014/main" id="{7B60A87C-02C8-4547-9958-B032BE368691}"/>
              </a:ext>
            </a:extLst>
          </p:cNvPr>
          <p:cNvSpPr>
            <a:spLocks xmlns:a="http://schemas.openxmlformats.org/drawingml/2006/main" noGrp="1"/>
          </p:cNvSpPr>
          <p:nvPr/>
        </p:nvSpPr>
        <p:spPr>
          <a:xfrm xmlns:a="http://schemas.openxmlformats.org/drawingml/2006/main">
            <a:off x="2927452" y="3840480"/>
            <a:ext cx="960120" cy="292608"/>
          </a:xfrm>
          <a:prstGeom xmlns:a="http://schemas.openxmlformats.org/drawingml/2006/main" prst="roundRect">
            <a:avLst>
              <a:gd name="adj" fmla="val 50000"/>
            </a:avLst>
          </a:prstGeom>
          <a:solidFill xmlns:a="http://schemas.openxmlformats.org/drawingml/2006/main">
            <a:srgbClr val="3F8C82"/>
          </a:solidFill>
        </p:spPr>
      </p:sp>
      <p:sp>
        <p:nvSpPr>
          <p:cNvPr id="29" name="Text 27">
            <a:extLst xmlns:a="http://schemas.openxmlformats.org/drawingml/2006/main">
              <a:ext uri="{FF2B5EF4-FFF2-40B4-BE49-F238E27FC236}">
                <a16:creationId xmlns:a16="http://schemas.microsoft.com/office/drawing/2014/main" id="{D2C59DF3-C55B-4A41-8CBC-B61A959A6B09}"/>
              </a:ext>
            </a:extLst>
          </p:cNvPr>
          <p:cNvSpPr>
            <a:spLocks xmlns:a="http://schemas.openxmlformats.org/drawingml/2006/main" noGrp="1"/>
          </p:cNvSpPr>
          <p:nvPr/>
        </p:nvSpPr>
        <p:spPr>
          <a:xfrm xmlns:a="http://schemas.openxmlformats.org/drawingml/2006/main">
            <a:off x="2927452" y="3840480"/>
            <a:ext cx="960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7ECDA"/>
                </a:solidFill>
                <a:latin typeface="맑은 고딕"/>
                <a:ea typeface="맑은 고딕"/>
                <a:cs typeface="맑은 고딕"/>
              </a:rPr>
              <a:t>후처리·적용</a:t>
            </a:r>
            <a:endParaRPr sz="1050"/>
          </a:p>
        </p:txBody>
      </p:sp>
      <p:sp>
        <p:nvSpPr>
          <p:cNvPr id="30" name="Shape 28">
            <a:extLst xmlns:a="http://schemas.openxmlformats.org/drawingml/2006/main">
              <a:ext uri="{FF2B5EF4-FFF2-40B4-BE49-F238E27FC236}">
                <a16:creationId xmlns:a16="http://schemas.microsoft.com/office/drawing/2014/main" id="{1EE37EBF-5795-443C-9281-A64C113EE2EF}"/>
              </a:ext>
            </a:extLst>
          </p:cNvPr>
          <p:cNvSpPr>
            <a:spLocks xmlns:a="http://schemas.openxmlformats.org/drawingml/2006/main" noGrp="1"/>
          </p:cNvSpPr>
          <p:nvPr/>
        </p:nvSpPr>
        <p:spPr>
          <a:xfrm xmlns:a="http://schemas.openxmlformats.org/drawingml/2006/main">
            <a:off x="914400" y="4526280"/>
            <a:ext cx="10332720" cy="1600200"/>
          </a:xfrm>
          <a:prstGeom xmlns:a="http://schemas.openxmlformats.org/drawingml/2006/main" prst="roundRect">
            <a:avLst>
              <a:gd name="adj" fmla="val 4571"/>
            </a:avLst>
          </a:prstGeom>
          <a:solidFill xmlns:a="http://schemas.openxmlformats.org/drawingml/2006/main">
            <a:srgbClr val="F3E6D2"/>
          </a:solidFill>
        </p:spPr>
      </p:sp>
      <p:sp>
        <p:nvSpPr>
          <p:cNvPr id="31" name="Text 29">
            <a:extLst xmlns:a="http://schemas.openxmlformats.org/drawingml/2006/main">
              <a:ext uri="{FF2B5EF4-FFF2-40B4-BE49-F238E27FC236}">
                <a16:creationId xmlns:a16="http://schemas.microsoft.com/office/drawing/2014/main" id="{CB4C265C-A1D1-45C0-AE9C-020ED528BCAC}"/>
              </a:ext>
            </a:extLst>
          </p:cNvPr>
          <p:cNvSpPr>
            <a:spLocks xmlns:a="http://schemas.openxmlformats.org/drawingml/2006/main" noGrp="1"/>
          </p:cNvSpPr>
          <p:nvPr/>
        </p:nvSpPr>
        <p:spPr>
          <a:xfrm xmlns:a="http://schemas.openxmlformats.org/drawingml/2006/main">
            <a:off x="1188720" y="4681728"/>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3D2B1F"/>
                </a:solidFill>
                <a:latin typeface="맑은 고딕"/>
                <a:ea typeface="맑은 고딕"/>
                <a:cs typeface="맑은 고딕"/>
              </a:rPr>
              <a:t>세부 적용 기준</a:t>
            </a:r>
            <a:endParaRPr sz="1300"/>
          </a:p>
        </p:txBody>
      </p:sp>
      <p:sp>
        <p:nvSpPr>
          <p:cNvPr id="32" name="Text 30">
            <a:extLst xmlns:a="http://schemas.openxmlformats.org/drawingml/2006/main">
              <a:ext uri="{FF2B5EF4-FFF2-40B4-BE49-F238E27FC236}">
                <a16:creationId xmlns:a16="http://schemas.microsoft.com/office/drawing/2014/main" id="{E2344F15-64E9-40F9-9F0D-FCC9EDF9C642}"/>
              </a:ext>
            </a:extLst>
          </p:cNvPr>
          <p:cNvSpPr>
            <a:spLocks xmlns:a="http://schemas.openxmlformats.org/drawingml/2006/main" noGrp="1"/>
          </p:cNvSpPr>
          <p:nvPr/>
        </p:nvSpPr>
        <p:spPr>
          <a:xfrm xmlns:a="http://schemas.openxmlformats.org/drawingml/2006/main">
            <a:off x="1188720" y="4992624"/>
            <a:ext cx="978408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5000"/>
              </a:lnSpc>
              <a:buNone/>
            </a:pPr>
            <a:r>
              <a:rPr sz="1200">
                <a:solidFill>
                  <a:srgbClr val="6B4A32"/>
                </a:solidFill>
                <a:latin typeface="맑은 고딕"/>
                <a:ea typeface="맑은 고딕"/>
                <a:cs typeface="맑은 고딕"/>
              </a:rPr>
              <a:t>큰 캔버스로 이미지를 생성해 외곽선과 실루엣을 먼저 안정화하고, 배경 제거 뒤 실제 표시 크기로 축소합니다.</a:t>
            </a:r>
            <a:endParaRPr sz="1200"/>
          </a:p>
          <a:p xmlns:a="http://schemas.openxmlformats.org/drawingml/2006/main">
            <a:pPr marL="0" indent="0">
              <a:lnSpc>
                <a:spcPct val="125000"/>
              </a:lnSpc>
              <a:buNone/>
            </a:pPr>
            <a:r>
              <a:rPr sz="1200">
                <a:solidFill>
                  <a:srgbClr val="6B4A32"/>
                </a:solidFill>
                <a:latin typeface="맑은 고딕"/>
                <a:ea typeface="맑은 고딕"/>
                <a:cs typeface="맑은 고딕"/>
              </a:rPr>
              <a:t>축소 뒤에는 가장자리 끊김·번짐·가독성을 검수하고 필요 시 생성 단계부터 다시 조정합니다.</a:t>
            </a:r>
            <a:endParaRPr sz="1200"/>
          </a:p>
        </p:txBody>
      </p:sp>
      <p:sp>
        <p:nvSpPr>
          <p:cNvPr id="33" name="Text 31">
            <a:extLst xmlns:a="http://schemas.openxmlformats.org/drawingml/2006/main">
              <a:ext uri="{FF2B5EF4-FFF2-40B4-BE49-F238E27FC236}">
                <a16:creationId xmlns:a16="http://schemas.microsoft.com/office/drawing/2014/main" id="{D85CF96D-A435-418C-BB1B-21D3CCAE36D4}"/>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34" name="Text 32">
            <a:extLst xmlns:a="http://schemas.openxmlformats.org/drawingml/2006/main">
              <a:ext uri="{FF2B5EF4-FFF2-40B4-BE49-F238E27FC236}">
                <a16:creationId xmlns:a16="http://schemas.microsoft.com/office/drawing/2014/main" id="{4E10B6E7-3E53-4BC1-A2D6-2BBF3608FF25}"/>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4</a:t>
            </a:r>
            <a:endParaRPr sz="900"/>
          </a:p>
        </p:txBody>
      </p:sp>
    </p:spTree>
    <p:extLst>
      <p:ext uri="{BB962C8B-B14F-4D97-AF65-F5344CB8AC3E}">
        <p14:creationId xmlns:p14="http://schemas.microsoft.com/office/powerpoint/2010/main" val="377607936"/>
      </p:ext>
    </p:extLst>
  </p:cSld>
</p:sld>
</file>

<file path=ppt/slides/slide5.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8F9843-C048-42EB-8A2E-C5097C3609AA}"/>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TOOLS</a:t>
            </a:r>
            <a:endParaRPr sz="1200"/>
          </a:p>
        </p:txBody>
      </p:sp>
      <p:sp>
        <p:nvSpPr>
          <p:cNvPr id="3" name="Text 1">
            <a:extLst xmlns:a="http://schemas.openxmlformats.org/drawingml/2006/main">
              <a:ext uri="{FF2B5EF4-FFF2-40B4-BE49-F238E27FC236}">
                <a16:creationId xmlns:a16="http://schemas.microsoft.com/office/drawing/2014/main" id="{AE32C719-3BB5-4F3C-BE54-81B42A29E973}"/>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사용 도구 분류표</a:t>
            </a:r>
            <a:endParaRPr sz="2900"/>
          </a:p>
        </p:txBody>
      </p:sp>
      <p:sp>
        <p:nvSpPr>
          <p:cNvPr id="4" name="Text 2">
            <a:extLst xmlns:a="http://schemas.openxmlformats.org/drawingml/2006/main">
              <a:ext uri="{FF2B5EF4-FFF2-40B4-BE49-F238E27FC236}">
                <a16:creationId xmlns:a16="http://schemas.microsoft.com/office/drawing/2014/main" id="{3099EDF2-71A1-4E57-B6EA-D7E78E448C5F}"/>
              </a:ext>
            </a:extLst>
          </p:cNvPr>
          <p:cNvSpPr>
            <a:spLocks xmlns:a="http://schemas.openxmlformats.org/drawingml/2006/main" noGrp="1"/>
          </p:cNvSpPr>
          <p:nvPr/>
        </p:nvSpPr>
        <p:spPr>
          <a:xfrm xmlns:a="http://schemas.openxmlformats.org/drawingml/2006/main">
            <a:off x="548640" y="1691640"/>
            <a:ext cx="23774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3D2B1F"/>
                </a:solidFill>
                <a:latin typeface="맑은 고딕"/>
                <a:ea typeface="맑은 고딕"/>
                <a:cs typeface="맑은 고딕"/>
              </a:rPr>
              <a:t>분류</a:t>
            </a:r>
            <a:endParaRPr sz="1300"/>
          </a:p>
        </p:txBody>
      </p:sp>
      <p:sp>
        <p:nvSpPr>
          <p:cNvPr id="5" name="Text 3">
            <a:extLst xmlns:a="http://schemas.openxmlformats.org/drawingml/2006/main">
              <a:ext uri="{FF2B5EF4-FFF2-40B4-BE49-F238E27FC236}">
                <a16:creationId xmlns:a16="http://schemas.microsoft.com/office/drawing/2014/main" id="{D2B52435-6507-4FD9-901A-198A30410F01}"/>
              </a:ext>
            </a:extLst>
          </p:cNvPr>
          <p:cNvSpPr>
            <a:spLocks xmlns:a="http://schemas.openxmlformats.org/drawingml/2006/main" noGrp="1"/>
          </p:cNvSpPr>
          <p:nvPr/>
        </p:nvSpPr>
        <p:spPr>
          <a:xfrm xmlns:a="http://schemas.openxmlformats.org/drawingml/2006/main">
            <a:off x="3063240" y="1691640"/>
            <a:ext cx="27889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3D2B1F"/>
                </a:solidFill>
                <a:latin typeface="맑은 고딕"/>
                <a:ea typeface="맑은 고딕"/>
                <a:cs typeface="맑은 고딕"/>
              </a:rPr>
              <a:t>도구</a:t>
            </a:r>
            <a:endParaRPr sz="1300"/>
          </a:p>
        </p:txBody>
      </p:sp>
      <p:sp>
        <p:nvSpPr>
          <p:cNvPr id="6" name="Text 4">
            <a:extLst xmlns:a="http://schemas.openxmlformats.org/drawingml/2006/main">
              <a:ext uri="{FF2B5EF4-FFF2-40B4-BE49-F238E27FC236}">
                <a16:creationId xmlns:a16="http://schemas.microsoft.com/office/drawing/2014/main" id="{EB324457-E736-496D-8E67-A905F4728D04}"/>
              </a:ext>
            </a:extLst>
          </p:cNvPr>
          <p:cNvSpPr>
            <a:spLocks xmlns:a="http://schemas.openxmlformats.org/drawingml/2006/main" noGrp="1"/>
          </p:cNvSpPr>
          <p:nvPr/>
        </p:nvSpPr>
        <p:spPr>
          <a:xfrm xmlns:a="http://schemas.openxmlformats.org/drawingml/2006/main">
            <a:off x="5989320" y="1691640"/>
            <a:ext cx="5166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3D2B1F"/>
                </a:solidFill>
                <a:latin typeface="맑은 고딕"/>
                <a:ea typeface="맑은 고딕"/>
                <a:cs typeface="맑은 고딕"/>
              </a:rPr>
              <a:t>역할</a:t>
            </a:r>
            <a:endParaRPr sz="1300"/>
          </a:p>
        </p:txBody>
      </p:sp>
      <p:sp>
        <p:nvSpPr>
          <p:cNvPr id="7" name="Shape 5">
            <a:extLst xmlns:a="http://schemas.openxmlformats.org/drawingml/2006/main">
              <a:ext uri="{FF2B5EF4-FFF2-40B4-BE49-F238E27FC236}">
                <a16:creationId xmlns:a16="http://schemas.microsoft.com/office/drawing/2014/main" id="{14D45A8D-A42D-4DAA-AD25-52413AABCF25}"/>
              </a:ext>
            </a:extLst>
          </p:cNvPr>
          <p:cNvSpPr>
            <a:spLocks xmlns:a="http://schemas.openxmlformats.org/drawingml/2006/main" noGrp="1"/>
          </p:cNvSpPr>
          <p:nvPr/>
        </p:nvSpPr>
        <p:spPr>
          <a:xfrm xmlns:a="http://schemas.openxmlformats.org/drawingml/2006/main">
            <a:off x="548640" y="2057400"/>
            <a:ext cx="11064240" cy="0"/>
          </a:xfrm>
          <a:prstGeom xmlns:a="http://schemas.openxmlformats.org/drawingml/2006/main" prst="line">
            <a:avLst/>
          </a:prstGeom>
          <a:noFill xmlns:a="http://schemas.openxmlformats.org/drawingml/2006/main"/>
          <a:ln xmlns:a="http://schemas.openxmlformats.org/drawingml/2006/main" w="12700">
            <a:solidFill>
              <a:srgbClr val="D8C7AA"/>
            </a:solidFill>
            <a:prstDash val="solid"/>
          </a:ln>
        </p:spPr>
      </p:sp>
      <p:sp>
        <p:nvSpPr>
          <p:cNvPr id="8" name="Shape 6">
            <a:extLst xmlns:a="http://schemas.openxmlformats.org/drawingml/2006/main">
              <a:ext uri="{FF2B5EF4-FFF2-40B4-BE49-F238E27FC236}">
                <a16:creationId xmlns:a16="http://schemas.microsoft.com/office/drawing/2014/main" id="{FDF9E07E-F4A7-43CD-95D5-7966A56EAC52}"/>
              </a:ext>
            </a:extLst>
          </p:cNvPr>
          <p:cNvSpPr>
            <a:spLocks xmlns:a="http://schemas.openxmlformats.org/drawingml/2006/main" noGrp="1"/>
          </p:cNvSpPr>
          <p:nvPr/>
        </p:nvSpPr>
        <p:spPr>
          <a:xfrm xmlns:a="http://schemas.openxmlformats.org/drawingml/2006/main">
            <a:off x="548640" y="2194560"/>
            <a:ext cx="82296" cy="347472"/>
          </a:xfrm>
          <a:prstGeom xmlns:a="http://schemas.openxmlformats.org/drawingml/2006/main" prst="roundRect">
            <a:avLst>
              <a:gd name="adj" fmla="val 22222"/>
            </a:avLst>
          </a:prstGeom>
          <a:solidFill xmlns:a="http://schemas.openxmlformats.org/drawingml/2006/main">
            <a:srgbClr val="D97B3F"/>
          </a:solidFill>
        </p:spPr>
      </p:sp>
      <p:sp>
        <p:nvSpPr>
          <p:cNvPr id="9" name="Text 7">
            <a:extLst xmlns:a="http://schemas.openxmlformats.org/drawingml/2006/main">
              <a:ext uri="{FF2B5EF4-FFF2-40B4-BE49-F238E27FC236}">
                <a16:creationId xmlns:a16="http://schemas.microsoft.com/office/drawing/2014/main" id="{E1F17E63-5624-4A0B-B704-176A7CE4472D}"/>
              </a:ext>
            </a:extLst>
          </p:cNvPr>
          <p:cNvSpPr>
            <a:spLocks xmlns:a="http://schemas.openxmlformats.org/drawingml/2006/main" noGrp="1"/>
          </p:cNvSpPr>
          <p:nvPr/>
        </p:nvSpPr>
        <p:spPr>
          <a:xfrm xmlns:a="http://schemas.openxmlformats.org/drawingml/2006/main">
            <a:off x="731520" y="2148840"/>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생성형 AI</a:t>
            </a:r>
            <a:endParaRPr sz="1200"/>
          </a:p>
        </p:txBody>
      </p:sp>
      <p:sp>
        <p:nvSpPr>
          <p:cNvPr id="10" name="Text 8">
            <a:extLst xmlns:a="http://schemas.openxmlformats.org/drawingml/2006/main">
              <a:ext uri="{FF2B5EF4-FFF2-40B4-BE49-F238E27FC236}">
                <a16:creationId xmlns:a16="http://schemas.microsoft.com/office/drawing/2014/main" id="{DABA994D-C8BF-4925-B43A-5E6D1C688200}"/>
              </a:ext>
            </a:extLst>
          </p:cNvPr>
          <p:cNvSpPr>
            <a:spLocks xmlns:a="http://schemas.openxmlformats.org/drawingml/2006/main" noGrp="1"/>
          </p:cNvSpPr>
          <p:nvPr/>
        </p:nvSpPr>
        <p:spPr>
          <a:xfrm xmlns:a="http://schemas.openxmlformats.org/drawingml/2006/main">
            <a:off x="3063240" y="2148840"/>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Codex 내장 imagegen</a:t>
            </a:r>
            <a:endParaRPr sz="1250"/>
          </a:p>
        </p:txBody>
      </p:sp>
      <p:sp>
        <p:nvSpPr>
          <p:cNvPr id="11" name="Text 9">
            <a:extLst xmlns:a="http://schemas.openxmlformats.org/drawingml/2006/main">
              <a:ext uri="{FF2B5EF4-FFF2-40B4-BE49-F238E27FC236}">
                <a16:creationId xmlns:a16="http://schemas.microsoft.com/office/drawing/2014/main" id="{87E03A9E-1DCA-4F40-9097-35C0ACA624B7}"/>
              </a:ext>
            </a:extLst>
          </p:cNvPr>
          <p:cNvSpPr>
            <a:spLocks xmlns:a="http://schemas.openxmlformats.org/drawingml/2006/main" noGrp="1"/>
          </p:cNvSpPr>
          <p:nvPr/>
        </p:nvSpPr>
        <p:spPr>
          <a:xfrm xmlns:a="http://schemas.openxmlformats.org/drawingml/2006/main">
            <a:off x="5989320" y="2148840"/>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콘셉트 시트 우선 생성 후 개별 리소스 제작</a:t>
            </a:r>
            <a:endParaRPr sz="1150"/>
          </a:p>
        </p:txBody>
      </p:sp>
      <p:sp>
        <p:nvSpPr>
          <p:cNvPr id="12" name="Shape 10">
            <a:extLst xmlns:a="http://schemas.openxmlformats.org/drawingml/2006/main">
              <a:ext uri="{FF2B5EF4-FFF2-40B4-BE49-F238E27FC236}">
                <a16:creationId xmlns:a16="http://schemas.microsoft.com/office/drawing/2014/main" id="{E256F274-50F4-4665-B14B-8ABB7C50DE97}"/>
              </a:ext>
            </a:extLst>
          </p:cNvPr>
          <p:cNvSpPr>
            <a:spLocks xmlns:a="http://schemas.openxmlformats.org/drawingml/2006/main" noGrp="1"/>
          </p:cNvSpPr>
          <p:nvPr/>
        </p:nvSpPr>
        <p:spPr>
          <a:xfrm xmlns:a="http://schemas.openxmlformats.org/drawingml/2006/main">
            <a:off x="548640" y="2724912"/>
            <a:ext cx="82296" cy="347472"/>
          </a:xfrm>
          <a:prstGeom xmlns:a="http://schemas.openxmlformats.org/drawingml/2006/main" prst="roundRect">
            <a:avLst>
              <a:gd name="adj" fmla="val 22222"/>
            </a:avLst>
          </a:prstGeom>
          <a:solidFill xmlns:a="http://schemas.openxmlformats.org/drawingml/2006/main">
            <a:srgbClr val="D97B3F"/>
          </a:solidFill>
        </p:spPr>
      </p:sp>
      <p:sp>
        <p:nvSpPr>
          <p:cNvPr id="13" name="Text 11">
            <a:extLst xmlns:a="http://schemas.openxmlformats.org/drawingml/2006/main">
              <a:ext uri="{FF2B5EF4-FFF2-40B4-BE49-F238E27FC236}">
                <a16:creationId xmlns:a16="http://schemas.microsoft.com/office/drawing/2014/main" id="{2C4DE3B2-B4FF-42AB-87B0-735C31A3D10C}"/>
              </a:ext>
            </a:extLst>
          </p:cNvPr>
          <p:cNvSpPr>
            <a:spLocks xmlns:a="http://schemas.openxmlformats.org/drawingml/2006/main" noGrp="1"/>
          </p:cNvSpPr>
          <p:nvPr/>
        </p:nvSpPr>
        <p:spPr>
          <a:xfrm xmlns:a="http://schemas.openxmlformats.org/drawingml/2006/main">
            <a:off x="731520" y="2679192"/>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AI 개발 에이전트</a:t>
            </a:r>
            <a:endParaRPr sz="1200"/>
          </a:p>
        </p:txBody>
      </p:sp>
      <p:sp>
        <p:nvSpPr>
          <p:cNvPr id="14" name="Text 12">
            <a:extLst xmlns:a="http://schemas.openxmlformats.org/drawingml/2006/main">
              <a:ext uri="{FF2B5EF4-FFF2-40B4-BE49-F238E27FC236}">
                <a16:creationId xmlns:a16="http://schemas.microsoft.com/office/drawing/2014/main" id="{D4B7A28D-1DC3-44F1-A17C-A4E01855E307}"/>
              </a:ext>
            </a:extLst>
          </p:cNvPr>
          <p:cNvSpPr>
            <a:spLocks xmlns:a="http://schemas.openxmlformats.org/drawingml/2006/main" noGrp="1"/>
          </p:cNvSpPr>
          <p:nvPr/>
        </p:nvSpPr>
        <p:spPr>
          <a:xfrm xmlns:a="http://schemas.openxmlformats.org/drawingml/2006/main">
            <a:off x="3063240" y="2679192"/>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Codex</a:t>
            </a:r>
            <a:endParaRPr sz="1250"/>
          </a:p>
        </p:txBody>
      </p:sp>
      <p:sp>
        <p:nvSpPr>
          <p:cNvPr id="15" name="Text 13">
            <a:extLst xmlns:a="http://schemas.openxmlformats.org/drawingml/2006/main">
              <a:ext uri="{FF2B5EF4-FFF2-40B4-BE49-F238E27FC236}">
                <a16:creationId xmlns:a16="http://schemas.microsoft.com/office/drawing/2014/main" id="{6B1DF770-AAEB-4F74-AB4E-5674A523268B}"/>
              </a:ext>
            </a:extLst>
          </p:cNvPr>
          <p:cNvSpPr>
            <a:spLocks xmlns:a="http://schemas.openxmlformats.org/drawingml/2006/main" noGrp="1"/>
          </p:cNvSpPr>
          <p:nvPr/>
        </p:nvSpPr>
        <p:spPr>
          <a:xfrm xmlns:a="http://schemas.openxmlformats.org/drawingml/2006/main">
            <a:off x="5989320" y="2679192"/>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목표·완료 기준 중심의 기획·코드·검수 보조</a:t>
            </a:r>
            <a:endParaRPr sz="1150"/>
          </a:p>
        </p:txBody>
      </p:sp>
      <p:sp>
        <p:nvSpPr>
          <p:cNvPr id="16" name="Shape 14">
            <a:extLst xmlns:a="http://schemas.openxmlformats.org/drawingml/2006/main">
              <a:ext uri="{FF2B5EF4-FFF2-40B4-BE49-F238E27FC236}">
                <a16:creationId xmlns:a16="http://schemas.microsoft.com/office/drawing/2014/main" id="{A22B9AC8-B545-435A-9915-4F9F3F5A9603}"/>
              </a:ext>
            </a:extLst>
          </p:cNvPr>
          <p:cNvSpPr>
            <a:spLocks xmlns:a="http://schemas.openxmlformats.org/drawingml/2006/main" noGrp="1"/>
          </p:cNvSpPr>
          <p:nvPr/>
        </p:nvSpPr>
        <p:spPr>
          <a:xfrm xmlns:a="http://schemas.openxmlformats.org/drawingml/2006/main">
            <a:off x="548640" y="3255264"/>
            <a:ext cx="82296" cy="347472"/>
          </a:xfrm>
          <a:prstGeom xmlns:a="http://schemas.openxmlformats.org/drawingml/2006/main" prst="roundRect">
            <a:avLst>
              <a:gd name="adj" fmla="val 22222"/>
            </a:avLst>
          </a:prstGeom>
          <a:solidFill xmlns:a="http://schemas.openxmlformats.org/drawingml/2006/main">
            <a:srgbClr val="3F8C82"/>
          </a:solidFill>
        </p:spPr>
      </p:sp>
      <p:sp>
        <p:nvSpPr>
          <p:cNvPr id="17" name="Text 15">
            <a:extLst xmlns:a="http://schemas.openxmlformats.org/drawingml/2006/main">
              <a:ext uri="{FF2B5EF4-FFF2-40B4-BE49-F238E27FC236}">
                <a16:creationId xmlns:a16="http://schemas.microsoft.com/office/drawing/2014/main" id="{5B5F5FEA-9CFC-470B-AC4A-C4A4846C4D04}"/>
              </a:ext>
            </a:extLst>
          </p:cNvPr>
          <p:cNvSpPr>
            <a:spLocks xmlns:a="http://schemas.openxmlformats.org/drawingml/2006/main" noGrp="1"/>
          </p:cNvSpPr>
          <p:nvPr/>
        </p:nvSpPr>
        <p:spPr>
          <a:xfrm xmlns:a="http://schemas.openxmlformats.org/drawingml/2006/main">
            <a:off x="731520" y="3209544"/>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이미지 후처리</a:t>
            </a:r>
            <a:endParaRPr sz="1200"/>
          </a:p>
        </p:txBody>
      </p:sp>
      <p:sp>
        <p:nvSpPr>
          <p:cNvPr id="18" name="Text 16">
            <a:extLst xmlns:a="http://schemas.openxmlformats.org/drawingml/2006/main">
              <a:ext uri="{FF2B5EF4-FFF2-40B4-BE49-F238E27FC236}">
                <a16:creationId xmlns:a16="http://schemas.microsoft.com/office/drawing/2014/main" id="{53C2FBD3-C309-4DF7-A966-C29BB8675D63}"/>
              </a:ext>
            </a:extLst>
          </p:cNvPr>
          <p:cNvSpPr>
            <a:spLocks xmlns:a="http://schemas.openxmlformats.org/drawingml/2006/main" noGrp="1"/>
          </p:cNvSpPr>
          <p:nvPr/>
        </p:nvSpPr>
        <p:spPr>
          <a:xfrm xmlns:a="http://schemas.openxmlformats.org/drawingml/2006/main">
            <a:off x="3063240" y="3209544"/>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후처리 워크플로</a:t>
            </a:r>
            <a:endParaRPr sz="1250"/>
          </a:p>
        </p:txBody>
      </p:sp>
      <p:sp>
        <p:nvSpPr>
          <p:cNvPr id="19" name="Text 17">
            <a:extLst xmlns:a="http://schemas.openxmlformats.org/drawingml/2006/main">
              <a:ext uri="{FF2B5EF4-FFF2-40B4-BE49-F238E27FC236}">
                <a16:creationId xmlns:a16="http://schemas.microsoft.com/office/drawing/2014/main" id="{4872A284-D229-4B8F-935F-381C78E6C124}"/>
              </a:ext>
            </a:extLst>
          </p:cNvPr>
          <p:cNvSpPr>
            <a:spLocks xmlns:a="http://schemas.openxmlformats.org/drawingml/2006/main" noGrp="1"/>
          </p:cNvSpPr>
          <p:nvPr/>
        </p:nvSpPr>
        <p:spPr>
          <a:xfrm xmlns:a="http://schemas.openxmlformats.org/drawingml/2006/main">
            <a:off x="5989320" y="3209544"/>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대형 생성 → 배경 제거 → 목표 크기 축소로 외곽선을 안정화</a:t>
            </a:r>
            <a:endParaRPr sz="1150"/>
          </a:p>
        </p:txBody>
      </p:sp>
      <p:sp>
        <p:nvSpPr>
          <p:cNvPr id="20" name="Shape 18">
            <a:extLst xmlns:a="http://schemas.openxmlformats.org/drawingml/2006/main">
              <a:ext uri="{FF2B5EF4-FFF2-40B4-BE49-F238E27FC236}">
                <a16:creationId xmlns:a16="http://schemas.microsoft.com/office/drawing/2014/main" id="{BBB27FD8-C8AD-4E92-B283-B93B9E265916}"/>
              </a:ext>
            </a:extLst>
          </p:cNvPr>
          <p:cNvSpPr>
            <a:spLocks xmlns:a="http://schemas.openxmlformats.org/drawingml/2006/main" noGrp="1"/>
          </p:cNvSpPr>
          <p:nvPr/>
        </p:nvSpPr>
        <p:spPr>
          <a:xfrm xmlns:a="http://schemas.openxmlformats.org/drawingml/2006/main">
            <a:off x="548640" y="3785616"/>
            <a:ext cx="82296" cy="347472"/>
          </a:xfrm>
          <a:prstGeom xmlns:a="http://schemas.openxmlformats.org/drawingml/2006/main" prst="roundRect">
            <a:avLst>
              <a:gd name="adj" fmla="val 22222"/>
            </a:avLst>
          </a:prstGeom>
          <a:solidFill xmlns:a="http://schemas.openxmlformats.org/drawingml/2006/main">
            <a:srgbClr val="3F8C82"/>
          </a:solidFill>
        </p:spPr>
      </p:sp>
      <p:sp>
        <p:nvSpPr>
          <p:cNvPr id="21" name="Text 19">
            <a:extLst xmlns:a="http://schemas.openxmlformats.org/drawingml/2006/main">
              <a:ext uri="{FF2B5EF4-FFF2-40B4-BE49-F238E27FC236}">
                <a16:creationId xmlns:a16="http://schemas.microsoft.com/office/drawing/2014/main" id="{E87629F6-112E-450C-B9BC-53E8FF5D5AEE}"/>
              </a:ext>
            </a:extLst>
          </p:cNvPr>
          <p:cNvSpPr>
            <a:spLocks xmlns:a="http://schemas.openxmlformats.org/drawingml/2006/main" noGrp="1"/>
          </p:cNvSpPr>
          <p:nvPr/>
        </p:nvSpPr>
        <p:spPr>
          <a:xfrm xmlns:a="http://schemas.openxmlformats.org/drawingml/2006/main">
            <a:off x="731520" y="3739896"/>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Unity 자동화</a:t>
            </a:r>
            <a:endParaRPr sz="1200"/>
          </a:p>
        </p:txBody>
      </p:sp>
      <p:sp>
        <p:nvSpPr>
          <p:cNvPr id="22" name="Text 20">
            <a:extLst xmlns:a="http://schemas.openxmlformats.org/drawingml/2006/main">
              <a:ext uri="{FF2B5EF4-FFF2-40B4-BE49-F238E27FC236}">
                <a16:creationId xmlns:a16="http://schemas.microsoft.com/office/drawing/2014/main" id="{18C71C4C-08B6-45FF-9487-04ADFAD9419B}"/>
              </a:ext>
            </a:extLst>
          </p:cNvPr>
          <p:cNvSpPr>
            <a:spLocks xmlns:a="http://schemas.openxmlformats.org/drawingml/2006/main" noGrp="1"/>
          </p:cNvSpPr>
          <p:nvPr/>
        </p:nvSpPr>
        <p:spPr>
          <a:xfrm xmlns:a="http://schemas.openxmlformats.org/drawingml/2006/main">
            <a:off x="3063240" y="3739896"/>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Unity CLI</a:t>
            </a:r>
            <a:endParaRPr sz="1250"/>
          </a:p>
        </p:txBody>
      </p:sp>
      <p:sp>
        <p:nvSpPr>
          <p:cNvPr id="23" name="Text 21">
            <a:extLst xmlns:a="http://schemas.openxmlformats.org/drawingml/2006/main">
              <a:ext uri="{FF2B5EF4-FFF2-40B4-BE49-F238E27FC236}">
                <a16:creationId xmlns:a16="http://schemas.microsoft.com/office/drawing/2014/main" id="{0656094D-A5D4-4110-8CA5-577C7BF0126B}"/>
              </a:ext>
            </a:extLst>
          </p:cNvPr>
          <p:cNvSpPr>
            <a:spLocks xmlns:a="http://schemas.openxmlformats.org/drawingml/2006/main" noGrp="1"/>
          </p:cNvSpPr>
          <p:nvPr/>
        </p:nvSpPr>
        <p:spPr>
          <a:xfrm xmlns:a="http://schemas.openxmlformats.org/drawingml/2006/main">
            <a:off x="5989320" y="3739896"/>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빠른 Editor 상태·실행·테스트·검증</a:t>
            </a:r>
            <a:endParaRPr sz="1150"/>
          </a:p>
        </p:txBody>
      </p:sp>
      <p:sp>
        <p:nvSpPr>
          <p:cNvPr id="24" name="Shape 22">
            <a:extLst xmlns:a="http://schemas.openxmlformats.org/drawingml/2006/main">
              <a:ext uri="{FF2B5EF4-FFF2-40B4-BE49-F238E27FC236}">
                <a16:creationId xmlns:a16="http://schemas.microsoft.com/office/drawing/2014/main" id="{D0D40059-77AE-48B8-9306-04ECF0AA831A}"/>
              </a:ext>
            </a:extLst>
          </p:cNvPr>
          <p:cNvSpPr>
            <a:spLocks xmlns:a="http://schemas.openxmlformats.org/drawingml/2006/main" noGrp="1"/>
          </p:cNvSpPr>
          <p:nvPr/>
        </p:nvSpPr>
        <p:spPr>
          <a:xfrm xmlns:a="http://schemas.openxmlformats.org/drawingml/2006/main">
            <a:off x="548640" y="4315968"/>
            <a:ext cx="82296" cy="347472"/>
          </a:xfrm>
          <a:prstGeom xmlns:a="http://schemas.openxmlformats.org/drawingml/2006/main" prst="roundRect">
            <a:avLst>
              <a:gd name="adj" fmla="val 22222"/>
            </a:avLst>
          </a:prstGeom>
          <a:solidFill xmlns:a="http://schemas.openxmlformats.org/drawingml/2006/main">
            <a:srgbClr val="3F8C82"/>
          </a:solidFill>
        </p:spPr>
      </p:sp>
      <p:sp>
        <p:nvSpPr>
          <p:cNvPr id="25" name="Text 23">
            <a:extLst xmlns:a="http://schemas.openxmlformats.org/drawingml/2006/main">
              <a:ext uri="{FF2B5EF4-FFF2-40B4-BE49-F238E27FC236}">
                <a16:creationId xmlns:a16="http://schemas.microsoft.com/office/drawing/2014/main" id="{63D9E9C8-A65B-4C78-919A-E55670A878C1}"/>
              </a:ext>
            </a:extLst>
          </p:cNvPr>
          <p:cNvSpPr>
            <a:spLocks xmlns:a="http://schemas.openxmlformats.org/drawingml/2006/main" noGrp="1"/>
          </p:cNvSpPr>
          <p:nvPr/>
        </p:nvSpPr>
        <p:spPr>
          <a:xfrm xmlns:a="http://schemas.openxmlformats.org/drawingml/2006/main">
            <a:off x="731520" y="4270248"/>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Unity 구조화 자동화</a:t>
            </a:r>
            <a:endParaRPr sz="1200"/>
          </a:p>
        </p:txBody>
      </p:sp>
      <p:sp>
        <p:nvSpPr>
          <p:cNvPr id="26" name="Text 24">
            <a:extLst xmlns:a="http://schemas.openxmlformats.org/drawingml/2006/main">
              <a:ext uri="{FF2B5EF4-FFF2-40B4-BE49-F238E27FC236}">
                <a16:creationId xmlns:a16="http://schemas.microsoft.com/office/drawing/2014/main" id="{8A978852-0DFD-4502-970A-3A428B4B481D}"/>
              </a:ext>
            </a:extLst>
          </p:cNvPr>
          <p:cNvSpPr>
            <a:spLocks xmlns:a="http://schemas.openxmlformats.org/drawingml/2006/main" noGrp="1"/>
          </p:cNvSpPr>
          <p:nvPr/>
        </p:nvSpPr>
        <p:spPr>
          <a:xfrm xmlns:a="http://schemas.openxmlformats.org/drawingml/2006/main">
            <a:off x="3063240" y="4270248"/>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Unity MCP</a:t>
            </a:r>
            <a:endParaRPr sz="1250"/>
          </a:p>
        </p:txBody>
      </p:sp>
      <p:sp>
        <p:nvSpPr>
          <p:cNvPr id="27" name="Text 25">
            <a:extLst xmlns:a="http://schemas.openxmlformats.org/drawingml/2006/main">
              <a:ext uri="{FF2B5EF4-FFF2-40B4-BE49-F238E27FC236}">
                <a16:creationId xmlns:a16="http://schemas.microsoft.com/office/drawing/2014/main" id="{28B04D50-4574-43A7-B125-56453BC90977}"/>
              </a:ext>
            </a:extLst>
          </p:cNvPr>
          <p:cNvSpPr>
            <a:spLocks xmlns:a="http://schemas.openxmlformats.org/drawingml/2006/main" noGrp="1"/>
          </p:cNvSpPr>
          <p:nvPr/>
        </p:nvSpPr>
        <p:spPr>
          <a:xfrm xmlns:a="http://schemas.openxmlformats.org/drawingml/2006/main">
            <a:off x="5989320" y="4270248"/>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씬·Prefab·UI의 정교한 조작과 시각 검증</a:t>
            </a:r>
            <a:endParaRPr sz="1150"/>
          </a:p>
        </p:txBody>
      </p:sp>
      <p:sp>
        <p:nvSpPr>
          <p:cNvPr id="28" name="Shape 26">
            <a:extLst xmlns:a="http://schemas.openxmlformats.org/drawingml/2006/main">
              <a:ext uri="{FF2B5EF4-FFF2-40B4-BE49-F238E27FC236}">
                <a16:creationId xmlns:a16="http://schemas.microsoft.com/office/drawing/2014/main" id="{BA01C9D9-BB5A-424B-87B1-9753D9F71BE9}"/>
              </a:ext>
            </a:extLst>
          </p:cNvPr>
          <p:cNvSpPr>
            <a:spLocks xmlns:a="http://schemas.openxmlformats.org/drawingml/2006/main" noGrp="1"/>
          </p:cNvSpPr>
          <p:nvPr/>
        </p:nvSpPr>
        <p:spPr>
          <a:xfrm xmlns:a="http://schemas.openxmlformats.org/drawingml/2006/main">
            <a:off x="548640" y="4846320"/>
            <a:ext cx="82296" cy="347472"/>
          </a:xfrm>
          <a:prstGeom xmlns:a="http://schemas.openxmlformats.org/drawingml/2006/main" prst="roundRect">
            <a:avLst>
              <a:gd name="adj" fmla="val 22222"/>
            </a:avLst>
          </a:prstGeom>
          <a:solidFill xmlns:a="http://schemas.openxmlformats.org/drawingml/2006/main">
            <a:srgbClr val="3F8C82"/>
          </a:solidFill>
        </p:spPr>
      </p:sp>
      <p:sp>
        <p:nvSpPr>
          <p:cNvPr id="29" name="Text 27">
            <a:extLst xmlns:a="http://schemas.openxmlformats.org/drawingml/2006/main">
              <a:ext uri="{FF2B5EF4-FFF2-40B4-BE49-F238E27FC236}">
                <a16:creationId xmlns:a16="http://schemas.microsoft.com/office/drawing/2014/main" id="{6E97797A-E1BB-40CD-8357-31F226B20FA5}"/>
              </a:ext>
            </a:extLst>
          </p:cNvPr>
          <p:cNvSpPr>
            <a:spLocks xmlns:a="http://schemas.openxmlformats.org/drawingml/2006/main" noGrp="1"/>
          </p:cNvSpPr>
          <p:nvPr/>
        </p:nvSpPr>
        <p:spPr>
          <a:xfrm xmlns:a="http://schemas.openxmlformats.org/drawingml/2006/main">
            <a:off x="731520" y="4800600"/>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코드베이스 분석</a:t>
            </a:r>
            <a:endParaRPr sz="1200"/>
          </a:p>
        </p:txBody>
      </p:sp>
      <p:sp>
        <p:nvSpPr>
          <p:cNvPr id="30" name="Text 28">
            <a:extLst xmlns:a="http://schemas.openxmlformats.org/drawingml/2006/main">
              <a:ext uri="{FF2B5EF4-FFF2-40B4-BE49-F238E27FC236}">
                <a16:creationId xmlns:a16="http://schemas.microsoft.com/office/drawing/2014/main" id="{B0949230-CAEA-4F1A-8E18-3DEBBCECD4D7}"/>
              </a:ext>
            </a:extLst>
          </p:cNvPr>
          <p:cNvSpPr>
            <a:spLocks xmlns:a="http://schemas.openxmlformats.org/drawingml/2006/main" noGrp="1"/>
          </p:cNvSpPr>
          <p:nvPr/>
        </p:nvSpPr>
        <p:spPr>
          <a:xfrm xmlns:a="http://schemas.openxmlformats.org/drawingml/2006/main">
            <a:off x="3063240" y="4800600"/>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Graphify</a:t>
            </a:r>
            <a:endParaRPr sz="1250"/>
          </a:p>
        </p:txBody>
      </p:sp>
      <p:sp>
        <p:nvSpPr>
          <p:cNvPr id="31" name="Text 29">
            <a:extLst xmlns:a="http://schemas.openxmlformats.org/drawingml/2006/main">
              <a:ext uri="{FF2B5EF4-FFF2-40B4-BE49-F238E27FC236}">
                <a16:creationId xmlns:a16="http://schemas.microsoft.com/office/drawing/2014/main" id="{B53861B6-A561-4872-8129-0258091EC62A}"/>
              </a:ext>
            </a:extLst>
          </p:cNvPr>
          <p:cNvSpPr>
            <a:spLocks xmlns:a="http://schemas.openxmlformats.org/drawingml/2006/main" noGrp="1"/>
          </p:cNvSpPr>
          <p:nvPr/>
        </p:nvSpPr>
        <p:spPr>
          <a:xfrm xmlns:a="http://schemas.openxmlformats.org/drawingml/2006/main">
            <a:off x="5989320" y="4800600"/>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코드 파운데이션과 변경 맥락 확인</a:t>
            </a:r>
            <a:endParaRPr sz="1150"/>
          </a:p>
        </p:txBody>
      </p:sp>
      <p:sp>
        <p:nvSpPr>
          <p:cNvPr id="32" name="Shape 30">
            <a:extLst xmlns:a="http://schemas.openxmlformats.org/drawingml/2006/main">
              <a:ext uri="{FF2B5EF4-FFF2-40B4-BE49-F238E27FC236}">
                <a16:creationId xmlns:a16="http://schemas.microsoft.com/office/drawing/2014/main" id="{AA03E83B-CDC8-4005-AF7B-F8D7056C35CF}"/>
              </a:ext>
            </a:extLst>
          </p:cNvPr>
          <p:cNvSpPr>
            <a:spLocks xmlns:a="http://schemas.openxmlformats.org/drawingml/2006/main" noGrp="1"/>
          </p:cNvSpPr>
          <p:nvPr/>
        </p:nvSpPr>
        <p:spPr>
          <a:xfrm xmlns:a="http://schemas.openxmlformats.org/drawingml/2006/main">
            <a:off x="548640" y="5376672"/>
            <a:ext cx="82296" cy="347472"/>
          </a:xfrm>
          <a:prstGeom xmlns:a="http://schemas.openxmlformats.org/drawingml/2006/main" prst="roundRect">
            <a:avLst>
              <a:gd name="adj" fmla="val 22222"/>
            </a:avLst>
          </a:prstGeom>
          <a:solidFill xmlns:a="http://schemas.openxmlformats.org/drawingml/2006/main">
            <a:srgbClr val="8C7355"/>
          </a:solidFill>
        </p:spPr>
      </p:sp>
      <p:sp>
        <p:nvSpPr>
          <p:cNvPr id="33" name="Text 31">
            <a:extLst xmlns:a="http://schemas.openxmlformats.org/drawingml/2006/main">
              <a:ext uri="{FF2B5EF4-FFF2-40B4-BE49-F238E27FC236}">
                <a16:creationId xmlns:a16="http://schemas.microsoft.com/office/drawing/2014/main" id="{D63263DE-42C3-4820-B29A-DAF2B5AD36D7}"/>
              </a:ext>
            </a:extLst>
          </p:cNvPr>
          <p:cNvSpPr>
            <a:spLocks xmlns:a="http://schemas.openxmlformats.org/drawingml/2006/main" noGrp="1"/>
          </p:cNvSpPr>
          <p:nvPr/>
        </p:nvSpPr>
        <p:spPr>
          <a:xfrm xmlns:a="http://schemas.openxmlformats.org/drawingml/2006/main">
            <a:off x="731520" y="5330952"/>
            <a:ext cx="21945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8C7355"/>
                </a:solidFill>
                <a:latin typeface="맑은 고딕"/>
                <a:ea typeface="맑은 고딕"/>
                <a:cs typeface="맑은 고딕"/>
              </a:rPr>
              <a:t>외부 에셋</a:t>
            </a:r>
            <a:endParaRPr sz="1200"/>
          </a:p>
        </p:txBody>
      </p:sp>
      <p:sp>
        <p:nvSpPr>
          <p:cNvPr id="34" name="Text 32">
            <a:extLst xmlns:a="http://schemas.openxmlformats.org/drawingml/2006/main">
              <a:ext uri="{FF2B5EF4-FFF2-40B4-BE49-F238E27FC236}">
                <a16:creationId xmlns:a16="http://schemas.microsoft.com/office/drawing/2014/main" id="{2C0E5541-E1D7-4A74-A4DA-F3F11507D0E0}"/>
              </a:ext>
            </a:extLst>
          </p:cNvPr>
          <p:cNvSpPr>
            <a:spLocks xmlns:a="http://schemas.openxmlformats.org/drawingml/2006/main" noGrp="1"/>
          </p:cNvSpPr>
          <p:nvPr/>
        </p:nvSpPr>
        <p:spPr>
          <a:xfrm xmlns:a="http://schemas.openxmlformats.org/drawingml/2006/main">
            <a:off x="3063240" y="5330952"/>
            <a:ext cx="27889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프로토타입 텍스처 참고 자료</a:t>
            </a:r>
            <a:endParaRPr sz="1250"/>
          </a:p>
        </p:txBody>
      </p:sp>
      <p:sp>
        <p:nvSpPr>
          <p:cNvPr id="35" name="Text 33">
            <a:extLst xmlns:a="http://schemas.openxmlformats.org/drawingml/2006/main">
              <a:ext uri="{FF2B5EF4-FFF2-40B4-BE49-F238E27FC236}">
                <a16:creationId xmlns:a16="http://schemas.microsoft.com/office/drawing/2014/main" id="{029DC400-353F-409D-BD52-2ECF901D507B}"/>
              </a:ext>
            </a:extLst>
          </p:cNvPr>
          <p:cNvSpPr>
            <a:spLocks xmlns:a="http://schemas.openxmlformats.org/drawingml/2006/main" noGrp="1"/>
          </p:cNvSpPr>
          <p:nvPr/>
        </p:nvSpPr>
        <p:spPr>
          <a:xfrm xmlns:a="http://schemas.openxmlformats.org/drawingml/2006/main">
            <a:off x="5989320" y="5330952"/>
            <a:ext cx="51663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6B4A32"/>
                </a:solidFill>
                <a:latin typeface="맑은 고딕"/>
                <a:ea typeface="맑은 고딕"/>
                <a:cs typeface="맑은 고딕"/>
              </a:rPr>
              <a:t>개발용 임시 텍스처</a:t>
            </a:r>
            <a:endParaRPr sz="1150"/>
          </a:p>
        </p:txBody>
      </p:sp>
      <p:sp>
        <p:nvSpPr>
          <p:cNvPr id="36" name="Text 34">
            <a:extLst xmlns:a="http://schemas.openxmlformats.org/drawingml/2006/main">
              <a:ext uri="{FF2B5EF4-FFF2-40B4-BE49-F238E27FC236}">
                <a16:creationId xmlns:a16="http://schemas.microsoft.com/office/drawing/2014/main" id="{41CA5739-AD05-4660-9BE3-F47CA8F758F1}"/>
              </a:ext>
            </a:extLst>
          </p:cNvPr>
          <p:cNvSpPr>
            <a:spLocks xmlns:a="http://schemas.openxmlformats.org/drawingml/2006/main" noGrp="1"/>
          </p:cNvSpPr>
          <p:nvPr/>
        </p:nvSpPr>
        <p:spPr>
          <a:xfrm xmlns:a="http://schemas.openxmlformats.org/drawingml/2006/main">
            <a:off x="548640" y="5952744"/>
            <a:ext cx="11064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9C8A76"/>
                </a:solidFill>
                <a:latin typeface="맑은 고딕"/>
                <a:ea typeface="맑은 고딕"/>
                <a:cs typeface="맑은 고딕"/>
              </a:rPr>
              <a:t>Codex의 구체적인 모델명이나 버전은 첨부 문서에서 확인되지 않아 표기하지 않았습니다.</a:t>
            </a:r>
            <a:endParaRPr sz="1000"/>
          </a:p>
        </p:txBody>
      </p:sp>
      <p:sp>
        <p:nvSpPr>
          <p:cNvPr id="37" name="Text 35">
            <a:extLst xmlns:a="http://schemas.openxmlformats.org/drawingml/2006/main">
              <a:ext uri="{FF2B5EF4-FFF2-40B4-BE49-F238E27FC236}">
                <a16:creationId xmlns:a16="http://schemas.microsoft.com/office/drawing/2014/main" id="{FF43A1B9-0763-44EC-BEB3-945CBB437C01}"/>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38" name="Text 36">
            <a:extLst xmlns:a="http://schemas.openxmlformats.org/drawingml/2006/main">
              <a:ext uri="{FF2B5EF4-FFF2-40B4-BE49-F238E27FC236}">
                <a16:creationId xmlns:a16="http://schemas.microsoft.com/office/drawing/2014/main" id="{FC2E9FF2-18E1-4916-95EF-89DEB698A909}"/>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5</a:t>
            </a:r>
            <a:endParaRPr sz="900"/>
          </a:p>
        </p:txBody>
      </p:sp>
    </p:spTree>
    <p:extLst>
      <p:ext uri="{BB962C8B-B14F-4D97-AF65-F5344CB8AC3E}">
        <p14:creationId xmlns:p14="http://schemas.microsoft.com/office/powerpoint/2010/main" val="1250255479"/>
      </p:ext>
    </p:extLst>
  </p:cSld>
</p:sld>
</file>

<file path=ppt/slides/slide6.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07653E-1F17-48D4-8F4C-3F2C5B631777}"/>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PROMPT · 실제 사용</a:t>
            </a:r>
            <a:endParaRPr sz="1200"/>
          </a:p>
        </p:txBody>
      </p:sp>
      <p:sp>
        <p:nvSpPr>
          <p:cNvPr id="3" name="Text 1">
            <a:extLst xmlns:a="http://schemas.openxmlformats.org/drawingml/2006/main">
              <a:ext uri="{FF2B5EF4-FFF2-40B4-BE49-F238E27FC236}">
                <a16:creationId xmlns:a16="http://schemas.microsoft.com/office/drawing/2014/main" id="{7354AD40-037D-4BD5-A70D-8DECEC4F2F7B}"/>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콘셉트 시트를 먼저 만드는 프롬프트</a:t>
            </a:r>
            <a:endParaRPr sz="2900"/>
          </a:p>
        </p:txBody>
      </p:sp>
      <p:sp>
        <p:nvSpPr>
          <p:cNvPr id="4" name="Shape 2">
            <a:extLst xmlns:a="http://schemas.openxmlformats.org/drawingml/2006/main">
              <a:ext uri="{FF2B5EF4-FFF2-40B4-BE49-F238E27FC236}">
                <a16:creationId xmlns:a16="http://schemas.microsoft.com/office/drawing/2014/main" id="{4B9FEE58-E9A7-4E35-A74F-F608BA60960F}"/>
              </a:ext>
            </a:extLst>
          </p:cNvPr>
          <p:cNvSpPr>
            <a:spLocks xmlns:a="http://schemas.openxmlformats.org/drawingml/2006/main" noGrp="1"/>
          </p:cNvSpPr>
          <p:nvPr/>
        </p:nvSpPr>
        <p:spPr>
          <a:xfrm xmlns:a="http://schemas.openxmlformats.org/drawingml/2006/main">
            <a:off x="548640" y="1645920"/>
            <a:ext cx="11109960" cy="2880360"/>
          </a:xfrm>
          <a:prstGeom xmlns:a="http://schemas.openxmlformats.org/drawingml/2006/main" prst="roundRect">
            <a:avLst>
              <a:gd name="adj" fmla="val 1905"/>
            </a:avLst>
          </a:prstGeom>
          <a:solidFill xmlns:a="http://schemas.openxmlformats.org/drawingml/2006/main">
            <a:srgbClr val="3D2B1F"/>
          </a:solidFill>
        </p:spPr>
      </p:sp>
      <p:sp>
        <p:nvSpPr>
          <p:cNvPr id="5" name="Text 3">
            <a:extLst xmlns:a="http://schemas.openxmlformats.org/drawingml/2006/main">
              <a:ext uri="{FF2B5EF4-FFF2-40B4-BE49-F238E27FC236}">
                <a16:creationId xmlns:a16="http://schemas.microsoft.com/office/drawing/2014/main" id="{96446F73-57D6-420E-992F-E78829793CAD}"/>
              </a:ext>
            </a:extLst>
          </p:cNvPr>
          <p:cNvSpPr>
            <a:spLocks xmlns:a="http://schemas.openxmlformats.org/drawingml/2006/main" noGrp="1"/>
          </p:cNvSpPr>
          <p:nvPr/>
        </p:nvSpPr>
        <p:spPr>
          <a:xfrm xmlns:a="http://schemas.openxmlformats.org/drawingml/2006/main">
            <a:off x="822960" y="1810512"/>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D97B3F"/>
                </a:solidFill>
                <a:latin typeface="Consolas"/>
                <a:ea typeface="Consolas"/>
                <a:cs typeface="Consolas"/>
              </a:rPr>
              <a:t>PROMPT (원문)</a:t>
            </a:r>
            <a:endParaRPr sz="1100"/>
          </a:p>
        </p:txBody>
      </p:sp>
      <p:sp>
        <p:nvSpPr>
          <p:cNvPr id="6" name="Text 4">
            <a:extLst xmlns:a="http://schemas.openxmlformats.org/drawingml/2006/main">
              <a:ext uri="{FF2B5EF4-FFF2-40B4-BE49-F238E27FC236}">
                <a16:creationId xmlns:a16="http://schemas.microsoft.com/office/drawing/2014/main" id="{1664BF5C-FD26-41AE-ABEB-31ED5A105874}"/>
              </a:ext>
            </a:extLst>
          </p:cNvPr>
          <p:cNvSpPr>
            <a:spLocks xmlns:a="http://schemas.openxmlformats.org/drawingml/2006/main" noGrp="1"/>
          </p:cNvSpPr>
          <p:nvPr/>
        </p:nvSpPr>
        <p:spPr>
          <a:xfrm xmlns:a="http://schemas.openxmlformats.org/drawingml/2006/main">
            <a:off x="822960" y="2148840"/>
            <a:ext cx="10561320" cy="2240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40000"/>
              </a:lnSpc>
              <a:buNone/>
            </a:pPr>
            <a:r>
              <a:rPr sz="1650">
                <a:solidFill>
                  <a:srgbClr val="F7ECDA"/>
                </a:solidFill>
                <a:latin typeface="맑은 고딕"/>
                <a:ea typeface="맑은 고딕"/>
                <a:cs typeface="맑은 고딕"/>
              </a:rPr>
              <a:t>동화풍 식료품 저장실을 배경으로 하는 횡스크롤 게임의 캐릭터 콘셉트 시트.</a:t>
            </a:r>
            <a:endParaRPr sz="1650"/>
          </a:p>
          <a:p xmlns:a="http://schemas.openxmlformats.org/drawingml/2006/main">
            <a:pPr marL="0" indent="0">
              <a:lnSpc>
                <a:spcPct val="140000"/>
              </a:lnSpc>
              <a:buNone/>
            </a:pPr>
            <a:r>
              <a:rPr sz="1650">
                <a:solidFill>
                  <a:srgbClr val="F7ECDA"/>
                </a:solidFill>
                <a:latin typeface="맑은 고딕"/>
                <a:ea typeface="맑은 고딕"/>
                <a:cs typeface="맑은 고딕"/>
              </a:rPr>
              <a:t>플레이어 쥐 1종과 기본형·속공형·중장형 고양이 3종을 동일한 측면 시점,</a:t>
            </a:r>
            <a:endParaRPr sz="1650"/>
          </a:p>
          <a:p xmlns:a="http://schemas.openxmlformats.org/drawingml/2006/main">
            <a:pPr marL="0" indent="0">
              <a:lnSpc>
                <a:spcPct val="140000"/>
              </a:lnSpc>
              <a:buNone/>
            </a:pPr>
            <a:r>
              <a:rPr sz="1650">
                <a:solidFill>
                  <a:srgbClr val="F7ECDA"/>
                </a:solidFill>
                <a:latin typeface="맑은 고딕"/>
                <a:ea typeface="맑은 고딕"/>
                <a:cs typeface="맑은 고딕"/>
              </a:rPr>
              <a:t>일관된 팔레트·짙은 갈색 외곽선·부드러운 과슈 질감으로 표현한다.</a:t>
            </a:r>
            <a:endParaRPr sz="1650"/>
          </a:p>
          <a:p xmlns:a="http://schemas.openxmlformats.org/drawingml/2006/main">
            <a:pPr marL="0" indent="0">
              <a:lnSpc>
                <a:spcPct val="140000"/>
              </a:lnSpc>
              <a:buNone/>
            </a:pPr>
            <a:r>
              <a:rPr sz="1650">
                <a:solidFill>
                  <a:srgbClr val="F7ECDA"/>
                </a:solidFill>
                <a:latin typeface="맑은 고딕"/>
                <a:ea typeface="맑은 고딕"/>
                <a:cs typeface="맑은 고딕"/>
              </a:rPr>
              <a:t>작은 화면에서 읽히는 실루엣과 이후 개별 리소스의 기준이 되도록 글자·로고·워터마크는 넣지 않는다.</a:t>
            </a:r>
            <a:endParaRPr sz="1650"/>
          </a:p>
        </p:txBody>
      </p:sp>
      <p:sp>
        <p:nvSpPr>
          <p:cNvPr id="7" name="Shape 5">
            <a:extLst xmlns:a="http://schemas.openxmlformats.org/drawingml/2006/main">
              <a:ext uri="{FF2B5EF4-FFF2-40B4-BE49-F238E27FC236}">
                <a16:creationId xmlns:a16="http://schemas.microsoft.com/office/drawing/2014/main" id="{9781E194-CE25-4BC8-958E-F45125146CBE}"/>
              </a:ext>
            </a:extLst>
          </p:cNvPr>
          <p:cNvSpPr>
            <a:spLocks xmlns:a="http://schemas.openxmlformats.org/drawingml/2006/main" noGrp="1"/>
          </p:cNvSpPr>
          <p:nvPr/>
        </p:nvSpPr>
        <p:spPr>
          <a:xfrm xmlns:a="http://schemas.openxmlformats.org/drawingml/2006/main">
            <a:off x="548640" y="4754880"/>
            <a:ext cx="11109960" cy="1280160"/>
          </a:xfrm>
          <a:prstGeom xmlns:a="http://schemas.openxmlformats.org/drawingml/2006/main" prst="roundRect">
            <a:avLst>
              <a:gd name="adj" fmla="val 5000"/>
            </a:avLst>
          </a:prstGeom>
          <a:solidFill xmlns:a="http://schemas.openxmlformats.org/drawingml/2006/main">
            <a:srgbClr val="F3E6D2"/>
          </a:solidFill>
        </p:spPr>
      </p:sp>
      <p:sp>
        <p:nvSpPr>
          <p:cNvPr id="8" name="Text 6">
            <a:extLst xmlns:a="http://schemas.openxmlformats.org/drawingml/2006/main">
              <a:ext uri="{FF2B5EF4-FFF2-40B4-BE49-F238E27FC236}">
                <a16:creationId xmlns:a16="http://schemas.microsoft.com/office/drawing/2014/main" id="{65B6A5FB-C928-4ED6-8030-2A39F0FA4C05}"/>
              </a:ext>
            </a:extLst>
          </p:cNvPr>
          <p:cNvSpPr>
            <a:spLocks xmlns:a="http://schemas.openxmlformats.org/drawingml/2006/main" noGrp="1"/>
          </p:cNvSpPr>
          <p:nvPr/>
        </p:nvSpPr>
        <p:spPr>
          <a:xfrm xmlns:a="http://schemas.openxmlformats.org/drawingml/2006/main">
            <a:off x="822960" y="4937760"/>
            <a:ext cx="33832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생성 도구</a:t>
            </a:r>
            <a:endParaRPr sz="1050"/>
          </a:p>
        </p:txBody>
      </p:sp>
      <p:sp>
        <p:nvSpPr>
          <p:cNvPr id="9" name="Text 7">
            <a:extLst xmlns:a="http://schemas.openxmlformats.org/drawingml/2006/main">
              <a:ext uri="{FF2B5EF4-FFF2-40B4-BE49-F238E27FC236}">
                <a16:creationId xmlns:a16="http://schemas.microsoft.com/office/drawing/2014/main" id="{FFCB22BD-42B2-44F0-B889-639F081175A3}"/>
              </a:ext>
            </a:extLst>
          </p:cNvPr>
          <p:cNvSpPr>
            <a:spLocks xmlns:a="http://schemas.openxmlformats.org/drawingml/2006/main" noGrp="1"/>
          </p:cNvSpPr>
          <p:nvPr/>
        </p:nvSpPr>
        <p:spPr>
          <a:xfrm xmlns:a="http://schemas.openxmlformats.org/drawingml/2006/main">
            <a:off x="822960" y="5212080"/>
            <a:ext cx="33832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Codex 내장 imagegen</a:t>
            </a:r>
            <a:endParaRPr sz="1200"/>
          </a:p>
        </p:txBody>
      </p:sp>
      <p:sp>
        <p:nvSpPr>
          <p:cNvPr id="10" name="Text 8">
            <a:extLst xmlns:a="http://schemas.openxmlformats.org/drawingml/2006/main">
              <a:ext uri="{FF2B5EF4-FFF2-40B4-BE49-F238E27FC236}">
                <a16:creationId xmlns:a16="http://schemas.microsoft.com/office/drawing/2014/main" id="{4BDAE2A9-4C95-4553-AA6F-0553EED192CF}"/>
              </a:ext>
            </a:extLst>
          </p:cNvPr>
          <p:cNvSpPr>
            <a:spLocks xmlns:a="http://schemas.openxmlformats.org/drawingml/2006/main" noGrp="1"/>
          </p:cNvSpPr>
          <p:nvPr/>
        </p:nvSpPr>
        <p:spPr>
          <a:xfrm xmlns:a="http://schemas.openxmlformats.org/drawingml/2006/main">
            <a:off x="4389120" y="4937760"/>
            <a:ext cx="33832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생성일</a:t>
            </a:r>
            <a:endParaRPr sz="1050"/>
          </a:p>
        </p:txBody>
      </p:sp>
      <p:sp>
        <p:nvSpPr>
          <p:cNvPr id="11" name="Text 9">
            <a:extLst xmlns:a="http://schemas.openxmlformats.org/drawingml/2006/main">
              <a:ext uri="{FF2B5EF4-FFF2-40B4-BE49-F238E27FC236}">
                <a16:creationId xmlns:a16="http://schemas.microsoft.com/office/drawing/2014/main" id="{332044F6-FBF9-4380-BFB4-4B1FB97BDAFF}"/>
              </a:ext>
            </a:extLst>
          </p:cNvPr>
          <p:cNvSpPr>
            <a:spLocks xmlns:a="http://schemas.openxmlformats.org/drawingml/2006/main" noGrp="1"/>
          </p:cNvSpPr>
          <p:nvPr/>
        </p:nvSpPr>
        <p:spPr>
          <a:xfrm xmlns:a="http://schemas.openxmlformats.org/drawingml/2006/main">
            <a:off x="4389120" y="5212080"/>
            <a:ext cx="33832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2026-07-26</a:t>
            </a:r>
            <a:endParaRPr sz="1200"/>
          </a:p>
        </p:txBody>
      </p:sp>
      <p:sp>
        <p:nvSpPr>
          <p:cNvPr id="12" name="Text 10">
            <a:extLst xmlns:a="http://schemas.openxmlformats.org/drawingml/2006/main">
              <a:ext uri="{FF2B5EF4-FFF2-40B4-BE49-F238E27FC236}">
                <a16:creationId xmlns:a16="http://schemas.microsoft.com/office/drawing/2014/main" id="{6092C926-5DC9-45C8-BAB8-10F0B85877A6}"/>
              </a:ext>
            </a:extLst>
          </p:cNvPr>
          <p:cNvSpPr>
            <a:spLocks xmlns:a="http://schemas.openxmlformats.org/drawingml/2006/main" noGrp="1"/>
          </p:cNvSpPr>
          <p:nvPr/>
        </p:nvSpPr>
        <p:spPr>
          <a:xfrm xmlns:a="http://schemas.openxmlformats.org/drawingml/2006/main">
            <a:off x="7955280" y="4937760"/>
            <a:ext cx="33832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외부 참조 이미지</a:t>
            </a:r>
            <a:endParaRPr sz="1050"/>
          </a:p>
        </p:txBody>
      </p:sp>
      <p:sp>
        <p:nvSpPr>
          <p:cNvPr id="13" name="Text 11">
            <a:extLst xmlns:a="http://schemas.openxmlformats.org/drawingml/2006/main">
              <a:ext uri="{FF2B5EF4-FFF2-40B4-BE49-F238E27FC236}">
                <a16:creationId xmlns:a16="http://schemas.microsoft.com/office/drawing/2014/main" id="{6256DFE8-1CE8-4F30-A008-4C97FD9A9DA4}"/>
              </a:ext>
            </a:extLst>
          </p:cNvPr>
          <p:cNvSpPr>
            <a:spLocks xmlns:a="http://schemas.openxmlformats.org/drawingml/2006/main" noGrp="1"/>
          </p:cNvSpPr>
          <p:nvPr/>
        </p:nvSpPr>
        <p:spPr>
          <a:xfrm xmlns:a="http://schemas.openxmlformats.org/drawingml/2006/main">
            <a:off x="7955280" y="5212080"/>
            <a:ext cx="33832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없음</a:t>
            </a:r>
            <a:endParaRPr sz="1200"/>
          </a:p>
        </p:txBody>
      </p:sp>
      <p:sp>
        <p:nvSpPr>
          <p:cNvPr id="14" name="Text 12">
            <a:extLst xmlns:a="http://schemas.openxmlformats.org/drawingml/2006/main">
              <a:ext uri="{FF2B5EF4-FFF2-40B4-BE49-F238E27FC236}">
                <a16:creationId xmlns:a16="http://schemas.microsoft.com/office/drawing/2014/main" id="{33357ED7-E51C-4AF1-9A5F-8F825F206082}"/>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15" name="Text 13">
            <a:extLst xmlns:a="http://schemas.openxmlformats.org/drawingml/2006/main">
              <a:ext uri="{FF2B5EF4-FFF2-40B4-BE49-F238E27FC236}">
                <a16:creationId xmlns:a16="http://schemas.microsoft.com/office/drawing/2014/main" id="{8AFA38ED-C94B-44AF-9F36-31823CC5C455}"/>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6</a:t>
            </a:r>
            <a:endParaRPr sz="900"/>
          </a:p>
        </p:txBody>
      </p:sp>
    </p:spTree>
    <p:extLst>
      <p:ext uri="{BB962C8B-B14F-4D97-AF65-F5344CB8AC3E}">
        <p14:creationId xmlns:p14="http://schemas.microsoft.com/office/powerpoint/2010/main" val="320046750"/>
      </p:ext>
    </p:extLst>
  </p:cSld>
</p:sld>
</file>

<file path=ppt/slides/slide7.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7988A6-16E8-4B31-893A-427CE699EB0F}"/>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PROMPT · 실제 사용</a:t>
            </a:r>
            <a:endParaRPr sz="1200"/>
          </a:p>
        </p:txBody>
      </p:sp>
      <p:sp>
        <p:nvSpPr>
          <p:cNvPr id="3" name="Text 1">
            <a:extLst xmlns:a="http://schemas.openxmlformats.org/drawingml/2006/main">
              <a:ext uri="{FF2B5EF4-FFF2-40B4-BE49-F238E27FC236}">
                <a16:creationId xmlns:a16="http://schemas.microsoft.com/office/drawing/2014/main" id="{62A8EF6C-3A7C-4E13-BE05-FEAA9F26F955}"/>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개별 리소스는 콘셉트 시트를 기준으로 생성</a:t>
            </a:r>
            <a:endParaRPr sz="2900"/>
          </a:p>
        </p:txBody>
      </p:sp>
      <p:sp>
        <p:nvSpPr>
          <p:cNvPr id="4" name="Shape 2">
            <a:extLst xmlns:a="http://schemas.openxmlformats.org/drawingml/2006/main">
              <a:ext uri="{FF2B5EF4-FFF2-40B4-BE49-F238E27FC236}">
                <a16:creationId xmlns:a16="http://schemas.microsoft.com/office/drawing/2014/main" id="{19E8A11F-3606-47AE-B273-36CEF72A84FF}"/>
              </a:ext>
            </a:extLst>
          </p:cNvPr>
          <p:cNvSpPr>
            <a:spLocks xmlns:a="http://schemas.openxmlformats.org/drawingml/2006/main" noGrp="1"/>
          </p:cNvSpPr>
          <p:nvPr/>
        </p:nvSpPr>
        <p:spPr>
          <a:xfrm xmlns:a="http://schemas.openxmlformats.org/drawingml/2006/main">
            <a:off x="548640" y="1600200"/>
            <a:ext cx="11109960" cy="1691640"/>
          </a:xfrm>
          <a:prstGeom xmlns:a="http://schemas.openxmlformats.org/drawingml/2006/main" prst="roundRect">
            <a:avLst>
              <a:gd name="adj" fmla="val 3243"/>
            </a:avLst>
          </a:prstGeom>
          <a:solidFill xmlns:a="http://schemas.openxmlformats.org/drawingml/2006/main">
            <a:srgbClr val="3D2B1F"/>
          </a:solidFill>
        </p:spPr>
      </p:sp>
      <p:sp>
        <p:nvSpPr>
          <p:cNvPr id="5" name="Text 3">
            <a:extLst xmlns:a="http://schemas.openxmlformats.org/drawingml/2006/main">
              <a:ext uri="{FF2B5EF4-FFF2-40B4-BE49-F238E27FC236}">
                <a16:creationId xmlns:a16="http://schemas.microsoft.com/office/drawing/2014/main" id="{C7F4C3AB-E47C-40E3-B55C-04EB592110BD}"/>
              </a:ext>
            </a:extLst>
          </p:cNvPr>
          <p:cNvSpPr>
            <a:spLocks xmlns:a="http://schemas.openxmlformats.org/drawingml/2006/main" noGrp="1"/>
          </p:cNvSpPr>
          <p:nvPr/>
        </p:nvSpPr>
        <p:spPr>
          <a:xfrm xmlns:a="http://schemas.openxmlformats.org/drawingml/2006/main">
            <a:off x="822960" y="1737360"/>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D97B3F"/>
                </a:solidFill>
                <a:latin typeface="Consolas"/>
                <a:ea typeface="Consolas"/>
                <a:cs typeface="Consolas"/>
              </a:rPr>
              <a:t>공통 생성 조건 (PROMPT 원문)</a:t>
            </a:r>
            <a:endParaRPr sz="1100"/>
          </a:p>
        </p:txBody>
      </p:sp>
      <p:sp>
        <p:nvSpPr>
          <p:cNvPr id="6" name="Text 4">
            <a:extLst xmlns:a="http://schemas.openxmlformats.org/drawingml/2006/main">
              <a:ext uri="{FF2B5EF4-FFF2-40B4-BE49-F238E27FC236}">
                <a16:creationId xmlns:a16="http://schemas.microsoft.com/office/drawing/2014/main" id="{52A40042-0162-44DA-8B72-03CE7A3C1566}"/>
              </a:ext>
            </a:extLst>
          </p:cNvPr>
          <p:cNvSpPr>
            <a:spLocks xmlns:a="http://schemas.openxmlformats.org/drawingml/2006/main" noGrp="1"/>
          </p:cNvSpPr>
          <p:nvPr/>
        </p:nvSpPr>
        <p:spPr>
          <a:xfrm xmlns:a="http://schemas.openxmlformats.org/drawingml/2006/main">
            <a:off x="822960" y="2029968"/>
            <a:ext cx="1056132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350">
                <a:solidFill>
                  <a:srgbClr val="F7ECDA"/>
                </a:solidFill>
                <a:latin typeface="맑은 고딕"/>
                <a:ea typeface="맑은 고딕"/>
                <a:cs typeface="맑은 고딕"/>
              </a:rPr>
              <a:t>콘셉트 시트의 비율·외곽선·팔레트·질감을 유지한다.</a:t>
            </a:r>
            <a:endParaRPr sz="1350"/>
          </a:p>
          <a:p xmlns:a="http://schemas.openxmlformats.org/drawingml/2006/main">
            <a:pPr marL="0" indent="0">
              <a:lnSpc>
                <a:spcPct val="130000"/>
              </a:lnSpc>
              <a:buNone/>
            </a:pPr>
            <a:r>
              <a:rPr sz="1350">
                <a:solidFill>
                  <a:srgbClr val="F7ECDA"/>
                </a:solidFill>
                <a:latin typeface="맑은 고딕"/>
                <a:ea typeface="맑은 고딕"/>
                <a:cs typeface="맑은 고딕"/>
              </a:rPr>
              <a:t>캐릭터 1개를 전신으로 배치하고 큰 해상도로 생성해 외곽선을 안정화한다.</a:t>
            </a:r>
            <a:endParaRPr sz="1350"/>
          </a:p>
          <a:p xmlns:a="http://schemas.openxmlformats.org/drawingml/2006/main">
            <a:pPr marL="0" indent="0">
              <a:lnSpc>
                <a:spcPct val="130000"/>
              </a:lnSpc>
              <a:buNone/>
            </a:pPr>
            <a:r>
              <a:rPr sz="1350">
                <a:solidFill>
                  <a:srgbClr val="F7ECDA"/>
                </a:solidFill>
                <a:latin typeface="맑은 고딕"/>
                <a:ea typeface="맑은 고딕"/>
                <a:cs typeface="맑은 고딕"/>
              </a:rPr>
              <a:t>배경은 균일한 #00ff00 크로마키로 만들며 그림자·바닥·글자·로고·워터마크는 넣지 않는다.</a:t>
            </a:r>
            <a:endParaRPr sz="1350"/>
          </a:p>
          <a:p xmlns:a="http://schemas.openxmlformats.org/drawingml/2006/main">
            <a:pPr marL="0" indent="0">
              <a:lnSpc>
                <a:spcPct val="130000"/>
              </a:lnSpc>
              <a:buNone/>
            </a:pPr>
            <a:r>
              <a:rPr sz="1350">
                <a:solidFill>
                  <a:srgbClr val="F7ECDA"/>
                </a:solidFill>
                <a:latin typeface="맑은 고딕"/>
                <a:ea typeface="맑은 고딕"/>
                <a:cs typeface="맑은 고딕"/>
              </a:rPr>
              <a:t>후처리 뒤 실제 표시 크기로 축소할 수 있도록 충분한 여백을 남긴다.</a:t>
            </a:r>
            <a:endParaRPr sz="1350"/>
          </a:p>
        </p:txBody>
      </p:sp>
      <p:sp>
        <p:nvSpPr>
          <p:cNvPr id="7" name="Text 5">
            <a:extLst xmlns:a="http://schemas.openxmlformats.org/drawingml/2006/main">
              <a:ext uri="{FF2B5EF4-FFF2-40B4-BE49-F238E27FC236}">
                <a16:creationId xmlns:a16="http://schemas.microsoft.com/office/drawing/2014/main" id="{50CF4A35-D5D8-4CE5-AB5B-67FFAD9862B5}"/>
              </a:ext>
            </a:extLst>
          </p:cNvPr>
          <p:cNvSpPr>
            <a:spLocks xmlns:a="http://schemas.openxmlformats.org/drawingml/2006/main" noGrp="1"/>
          </p:cNvSpPr>
          <p:nvPr/>
        </p:nvSpPr>
        <p:spPr>
          <a:xfrm xmlns:a="http://schemas.openxmlformats.org/drawingml/2006/main">
            <a:off x="548640" y="3493008"/>
            <a:ext cx="7315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3D2B1F"/>
                </a:solidFill>
                <a:latin typeface="맑은 고딕"/>
                <a:ea typeface="맑은 고딕"/>
                <a:cs typeface="맑은 고딕"/>
              </a:rPr>
              <a:t>캐릭터별 개별 생성 지시 (원문)</a:t>
            </a:r>
            <a:endParaRPr sz="1500"/>
          </a:p>
        </p:txBody>
      </p:sp>
      <p:sp>
        <p:nvSpPr>
          <p:cNvPr id="8" name="Shape 6">
            <a:extLst xmlns:a="http://schemas.openxmlformats.org/drawingml/2006/main">
              <a:ext uri="{FF2B5EF4-FFF2-40B4-BE49-F238E27FC236}">
                <a16:creationId xmlns:a16="http://schemas.microsoft.com/office/drawing/2014/main" id="{03A615C8-8F53-4F85-9864-35B44AFD33ED}"/>
              </a:ext>
            </a:extLst>
          </p:cNvPr>
          <p:cNvSpPr>
            <a:spLocks xmlns:a="http://schemas.openxmlformats.org/drawingml/2006/main" noGrp="1"/>
          </p:cNvSpPr>
          <p:nvPr/>
        </p:nvSpPr>
        <p:spPr>
          <a:xfrm xmlns:a="http://schemas.openxmlformats.org/drawingml/2006/main">
            <a:off x="548640" y="3886200"/>
            <a:ext cx="2697480" cy="2148840"/>
          </a:xfrm>
          <a:prstGeom xmlns:a="http://schemas.openxmlformats.org/drawingml/2006/main" prst="roundRect">
            <a:avLst>
              <a:gd name="adj" fmla="val 2979"/>
            </a:avLst>
          </a:prstGeom>
          <a:solidFill xmlns:a="http://schemas.openxmlformats.org/drawingml/2006/main">
            <a:srgbClr val="FFFFFF"/>
          </a:solidFill>
          <a:ln xmlns:a="http://schemas.openxmlformats.org/drawingml/2006/main" w="12700">
            <a:solidFill>
              <a:srgbClr val="E4D5BE"/>
            </a:solidFill>
            <a:prstDash val="solid"/>
          </a:ln>
        </p:spPr>
      </p:sp>
      <p:sp>
        <p:nvSpPr>
          <p:cNvPr id="9" name="Shape 7">
            <a:extLst xmlns:a="http://schemas.openxmlformats.org/drawingml/2006/main">
              <a:ext uri="{FF2B5EF4-FFF2-40B4-BE49-F238E27FC236}">
                <a16:creationId xmlns:a16="http://schemas.microsoft.com/office/drawing/2014/main" id="{2854E403-E548-4E2B-B1DC-132FE563EAB8}"/>
              </a:ext>
            </a:extLst>
          </p:cNvPr>
          <p:cNvSpPr>
            <a:spLocks xmlns:a="http://schemas.openxmlformats.org/drawingml/2006/main" noGrp="1"/>
          </p:cNvSpPr>
          <p:nvPr/>
        </p:nvSpPr>
        <p:spPr>
          <a:xfrm xmlns:a="http://schemas.openxmlformats.org/drawingml/2006/main">
            <a:off x="713232" y="4069080"/>
            <a:ext cx="2368296" cy="365760"/>
          </a:xfrm>
          <a:prstGeom xmlns:a="http://schemas.openxmlformats.org/drawingml/2006/main" prst="roundRect">
            <a:avLst>
              <a:gd name="adj" fmla="val 50000"/>
            </a:avLst>
          </a:prstGeom>
          <a:solidFill xmlns:a="http://schemas.openxmlformats.org/drawingml/2006/main">
            <a:srgbClr val="D97B3F"/>
          </a:solidFill>
        </p:spPr>
      </p:sp>
      <p:sp>
        <p:nvSpPr>
          <p:cNvPr id="10" name="Text 8">
            <a:extLst xmlns:a="http://schemas.openxmlformats.org/drawingml/2006/main">
              <a:ext uri="{FF2B5EF4-FFF2-40B4-BE49-F238E27FC236}">
                <a16:creationId xmlns:a16="http://schemas.microsoft.com/office/drawing/2014/main" id="{F85C9280-24D1-4EC9-A1BD-EE3B90B64AE0}"/>
              </a:ext>
            </a:extLst>
          </p:cNvPr>
          <p:cNvSpPr>
            <a:spLocks xmlns:a="http://schemas.openxmlformats.org/drawingml/2006/main" noGrp="1"/>
          </p:cNvSpPr>
          <p:nvPr/>
        </p:nvSpPr>
        <p:spPr>
          <a:xfrm xmlns:a="http://schemas.openxmlformats.org/drawingml/2006/main">
            <a:off x="713232" y="4069080"/>
            <a:ext cx="23682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7ECDA"/>
                </a:solidFill>
                <a:latin typeface="맑은 고딕"/>
                <a:ea typeface="맑은 고딕"/>
                <a:cs typeface="맑은 고딕"/>
              </a:rPr>
              <a:t>플레이어 쥐</a:t>
            </a:r>
            <a:endParaRPr sz="1200"/>
          </a:p>
        </p:txBody>
      </p:sp>
      <p:sp>
        <p:nvSpPr>
          <p:cNvPr id="11" name="Text 9">
            <a:extLst xmlns:a="http://schemas.openxmlformats.org/drawingml/2006/main">
              <a:ext uri="{FF2B5EF4-FFF2-40B4-BE49-F238E27FC236}">
                <a16:creationId xmlns:a16="http://schemas.microsoft.com/office/drawing/2014/main" id="{E4CE88B0-7AB3-4190-9636-3F3B857B18E6}"/>
              </a:ext>
            </a:extLst>
          </p:cNvPr>
          <p:cNvSpPr>
            <a:spLocks xmlns:a="http://schemas.openxmlformats.org/drawingml/2006/main" noGrp="1"/>
          </p:cNvSpPr>
          <p:nvPr/>
        </p:nvSpPr>
        <p:spPr>
          <a:xfrm xmlns:a="http://schemas.openxmlformats.org/drawingml/2006/main">
            <a:off x="731520" y="4572000"/>
            <a:ext cx="2331720"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6B4A32"/>
                </a:solidFill>
                <a:latin typeface="맑은 고딕"/>
                <a:ea typeface="맑은 고딕"/>
                <a:cs typeface="맑은 고딕"/>
              </a:rPr>
              <a:t>오른쪽을 향해 도토리 발사기를 들고 달리는 전신 자세·큰 캔버스</a:t>
            </a:r>
            <a:endParaRPr sz="1150"/>
          </a:p>
        </p:txBody>
      </p:sp>
      <p:sp>
        <p:nvSpPr>
          <p:cNvPr id="12" name="Shape 10">
            <a:extLst xmlns:a="http://schemas.openxmlformats.org/drawingml/2006/main">
              <a:ext uri="{FF2B5EF4-FFF2-40B4-BE49-F238E27FC236}">
                <a16:creationId xmlns:a16="http://schemas.microsoft.com/office/drawing/2014/main" id="{EFFD185B-669E-4165-9DD0-03F65F04DE01}"/>
              </a:ext>
            </a:extLst>
          </p:cNvPr>
          <p:cNvSpPr>
            <a:spLocks xmlns:a="http://schemas.openxmlformats.org/drawingml/2006/main" noGrp="1"/>
          </p:cNvSpPr>
          <p:nvPr/>
        </p:nvSpPr>
        <p:spPr>
          <a:xfrm xmlns:a="http://schemas.openxmlformats.org/drawingml/2006/main">
            <a:off x="3383280" y="3886200"/>
            <a:ext cx="2697480" cy="2148840"/>
          </a:xfrm>
          <a:prstGeom xmlns:a="http://schemas.openxmlformats.org/drawingml/2006/main" prst="roundRect">
            <a:avLst>
              <a:gd name="adj" fmla="val 2979"/>
            </a:avLst>
          </a:prstGeom>
          <a:solidFill xmlns:a="http://schemas.openxmlformats.org/drawingml/2006/main">
            <a:srgbClr val="FFFFFF"/>
          </a:solidFill>
          <a:ln xmlns:a="http://schemas.openxmlformats.org/drawingml/2006/main" w="12700">
            <a:solidFill>
              <a:srgbClr val="E4D5BE"/>
            </a:solidFill>
            <a:prstDash val="solid"/>
          </a:ln>
        </p:spPr>
      </p:sp>
      <p:sp>
        <p:nvSpPr>
          <p:cNvPr id="13" name="Shape 11">
            <a:extLst xmlns:a="http://schemas.openxmlformats.org/drawingml/2006/main">
              <a:ext uri="{FF2B5EF4-FFF2-40B4-BE49-F238E27FC236}">
                <a16:creationId xmlns:a16="http://schemas.microsoft.com/office/drawing/2014/main" id="{15B62B9A-928E-4AD9-AEA7-645D2F4055D1}"/>
              </a:ext>
            </a:extLst>
          </p:cNvPr>
          <p:cNvSpPr>
            <a:spLocks xmlns:a="http://schemas.openxmlformats.org/drawingml/2006/main" noGrp="1"/>
          </p:cNvSpPr>
          <p:nvPr/>
        </p:nvSpPr>
        <p:spPr>
          <a:xfrm xmlns:a="http://schemas.openxmlformats.org/drawingml/2006/main">
            <a:off x="3547872" y="4069080"/>
            <a:ext cx="2368296" cy="365760"/>
          </a:xfrm>
          <a:prstGeom xmlns:a="http://schemas.openxmlformats.org/drawingml/2006/main" prst="roundRect">
            <a:avLst>
              <a:gd name="adj" fmla="val 50000"/>
            </a:avLst>
          </a:prstGeom>
          <a:solidFill xmlns:a="http://schemas.openxmlformats.org/drawingml/2006/main">
            <a:srgbClr val="D97B3F"/>
          </a:solidFill>
        </p:spPr>
      </p:sp>
      <p:sp>
        <p:nvSpPr>
          <p:cNvPr id="14" name="Text 12">
            <a:extLst xmlns:a="http://schemas.openxmlformats.org/drawingml/2006/main">
              <a:ext uri="{FF2B5EF4-FFF2-40B4-BE49-F238E27FC236}">
                <a16:creationId xmlns:a16="http://schemas.microsoft.com/office/drawing/2014/main" id="{8B3153AF-4869-480C-B365-A24079548BA9}"/>
              </a:ext>
            </a:extLst>
          </p:cNvPr>
          <p:cNvSpPr>
            <a:spLocks xmlns:a="http://schemas.openxmlformats.org/drawingml/2006/main" noGrp="1"/>
          </p:cNvSpPr>
          <p:nvPr/>
        </p:nvSpPr>
        <p:spPr>
          <a:xfrm xmlns:a="http://schemas.openxmlformats.org/drawingml/2006/main">
            <a:off x="3547872" y="4069080"/>
            <a:ext cx="23682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7ECDA"/>
                </a:solidFill>
                <a:latin typeface="맑은 고딕"/>
                <a:ea typeface="맑은 고딕"/>
                <a:cs typeface="맑은 고딕"/>
              </a:rPr>
              <a:t>기본형 고양이</a:t>
            </a:r>
            <a:endParaRPr sz="1200"/>
          </a:p>
        </p:txBody>
      </p:sp>
      <p:sp>
        <p:nvSpPr>
          <p:cNvPr id="15" name="Text 13">
            <a:extLst xmlns:a="http://schemas.openxmlformats.org/drawingml/2006/main">
              <a:ext uri="{FF2B5EF4-FFF2-40B4-BE49-F238E27FC236}">
                <a16:creationId xmlns:a16="http://schemas.microsoft.com/office/drawing/2014/main" id="{E1E714F2-6FB3-4D99-B7DE-924E80AB53F1}"/>
              </a:ext>
            </a:extLst>
          </p:cNvPr>
          <p:cNvSpPr>
            <a:spLocks xmlns:a="http://schemas.openxmlformats.org/drawingml/2006/main" noGrp="1"/>
          </p:cNvSpPr>
          <p:nvPr/>
        </p:nvSpPr>
        <p:spPr>
          <a:xfrm xmlns:a="http://schemas.openxmlformats.org/drawingml/2006/main">
            <a:off x="3566160" y="4572000"/>
            <a:ext cx="2331720"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6B4A32"/>
                </a:solidFill>
                <a:latin typeface="맑은 고딕"/>
                <a:ea typeface="맑은 고딕"/>
                <a:cs typeface="맑은 고딕"/>
              </a:rPr>
              <a:t>왼쪽을 향해 달리는 주황색 고양이·큰 캔버스</a:t>
            </a:r>
            <a:endParaRPr sz="1150"/>
          </a:p>
        </p:txBody>
      </p:sp>
      <p:sp>
        <p:nvSpPr>
          <p:cNvPr id="16" name="Shape 14">
            <a:extLst xmlns:a="http://schemas.openxmlformats.org/drawingml/2006/main">
              <a:ext uri="{FF2B5EF4-FFF2-40B4-BE49-F238E27FC236}">
                <a16:creationId xmlns:a16="http://schemas.microsoft.com/office/drawing/2014/main" id="{2BC9BDC4-E530-4BFB-B41A-74ABA87F73B3}"/>
              </a:ext>
            </a:extLst>
          </p:cNvPr>
          <p:cNvSpPr>
            <a:spLocks xmlns:a="http://schemas.openxmlformats.org/drawingml/2006/main" noGrp="1"/>
          </p:cNvSpPr>
          <p:nvPr/>
        </p:nvSpPr>
        <p:spPr>
          <a:xfrm xmlns:a="http://schemas.openxmlformats.org/drawingml/2006/main">
            <a:off x="6217920" y="3886200"/>
            <a:ext cx="2697480" cy="2148840"/>
          </a:xfrm>
          <a:prstGeom xmlns:a="http://schemas.openxmlformats.org/drawingml/2006/main" prst="roundRect">
            <a:avLst>
              <a:gd name="adj" fmla="val 2979"/>
            </a:avLst>
          </a:prstGeom>
          <a:solidFill xmlns:a="http://schemas.openxmlformats.org/drawingml/2006/main">
            <a:srgbClr val="FFFFFF"/>
          </a:solidFill>
          <a:ln xmlns:a="http://schemas.openxmlformats.org/drawingml/2006/main" w="12700">
            <a:solidFill>
              <a:srgbClr val="E4D5BE"/>
            </a:solidFill>
            <a:prstDash val="solid"/>
          </a:ln>
        </p:spPr>
      </p:sp>
      <p:sp>
        <p:nvSpPr>
          <p:cNvPr id="17" name="Shape 15">
            <a:extLst xmlns:a="http://schemas.openxmlformats.org/drawingml/2006/main">
              <a:ext uri="{FF2B5EF4-FFF2-40B4-BE49-F238E27FC236}">
                <a16:creationId xmlns:a16="http://schemas.microsoft.com/office/drawing/2014/main" id="{BA7E6D4B-31A7-42C7-93D0-428E7B80C1B2}"/>
              </a:ext>
            </a:extLst>
          </p:cNvPr>
          <p:cNvSpPr>
            <a:spLocks xmlns:a="http://schemas.openxmlformats.org/drawingml/2006/main" noGrp="1"/>
          </p:cNvSpPr>
          <p:nvPr/>
        </p:nvSpPr>
        <p:spPr>
          <a:xfrm xmlns:a="http://schemas.openxmlformats.org/drawingml/2006/main">
            <a:off x="6382512" y="4069080"/>
            <a:ext cx="2368296" cy="365760"/>
          </a:xfrm>
          <a:prstGeom xmlns:a="http://schemas.openxmlformats.org/drawingml/2006/main" prst="roundRect">
            <a:avLst>
              <a:gd name="adj" fmla="val 50000"/>
            </a:avLst>
          </a:prstGeom>
          <a:solidFill xmlns:a="http://schemas.openxmlformats.org/drawingml/2006/main">
            <a:srgbClr val="D97B3F"/>
          </a:solidFill>
        </p:spPr>
      </p:sp>
      <p:sp>
        <p:nvSpPr>
          <p:cNvPr id="18" name="Text 16">
            <a:extLst xmlns:a="http://schemas.openxmlformats.org/drawingml/2006/main">
              <a:ext uri="{FF2B5EF4-FFF2-40B4-BE49-F238E27FC236}">
                <a16:creationId xmlns:a16="http://schemas.microsoft.com/office/drawing/2014/main" id="{3EF3AC46-EADC-4DFD-A6D9-D99AAA3CE0B8}"/>
              </a:ext>
            </a:extLst>
          </p:cNvPr>
          <p:cNvSpPr>
            <a:spLocks xmlns:a="http://schemas.openxmlformats.org/drawingml/2006/main" noGrp="1"/>
          </p:cNvSpPr>
          <p:nvPr/>
        </p:nvSpPr>
        <p:spPr>
          <a:xfrm xmlns:a="http://schemas.openxmlformats.org/drawingml/2006/main">
            <a:off x="6382512" y="4069080"/>
            <a:ext cx="23682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7ECDA"/>
                </a:solidFill>
                <a:latin typeface="맑은 고딕"/>
                <a:ea typeface="맑은 고딕"/>
                <a:cs typeface="맑은 고딕"/>
              </a:rPr>
              <a:t>속공형 고양이</a:t>
            </a:r>
            <a:endParaRPr sz="1200"/>
          </a:p>
        </p:txBody>
      </p:sp>
      <p:sp>
        <p:nvSpPr>
          <p:cNvPr id="19" name="Text 17">
            <a:extLst xmlns:a="http://schemas.openxmlformats.org/drawingml/2006/main">
              <a:ext uri="{FF2B5EF4-FFF2-40B4-BE49-F238E27FC236}">
                <a16:creationId xmlns:a16="http://schemas.microsoft.com/office/drawing/2014/main" id="{51E411DB-5A74-40F0-8823-3CF4DC2A288A}"/>
              </a:ext>
            </a:extLst>
          </p:cNvPr>
          <p:cNvSpPr>
            <a:spLocks xmlns:a="http://schemas.openxmlformats.org/drawingml/2006/main" noGrp="1"/>
          </p:cNvSpPr>
          <p:nvPr/>
        </p:nvSpPr>
        <p:spPr>
          <a:xfrm xmlns:a="http://schemas.openxmlformats.org/drawingml/2006/main">
            <a:off x="6400800" y="4572000"/>
            <a:ext cx="2331720"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6B4A32"/>
                </a:solidFill>
                <a:latin typeface="맑은 고딕"/>
                <a:ea typeface="맑은 고딕"/>
                <a:cs typeface="맑은 고딕"/>
              </a:rPr>
              <a:t>왼쪽을 향해 낮고 길게 질주하는 검회색 고양이·큰 캔버스</a:t>
            </a:r>
            <a:endParaRPr sz="1150"/>
          </a:p>
        </p:txBody>
      </p:sp>
      <p:sp>
        <p:nvSpPr>
          <p:cNvPr id="20" name="Shape 18">
            <a:extLst xmlns:a="http://schemas.openxmlformats.org/drawingml/2006/main">
              <a:ext uri="{FF2B5EF4-FFF2-40B4-BE49-F238E27FC236}">
                <a16:creationId xmlns:a16="http://schemas.microsoft.com/office/drawing/2014/main" id="{AEBA724C-9A2A-4636-AF81-FB49626EDBDC}"/>
              </a:ext>
            </a:extLst>
          </p:cNvPr>
          <p:cNvSpPr>
            <a:spLocks xmlns:a="http://schemas.openxmlformats.org/drawingml/2006/main" noGrp="1"/>
          </p:cNvSpPr>
          <p:nvPr/>
        </p:nvSpPr>
        <p:spPr>
          <a:xfrm xmlns:a="http://schemas.openxmlformats.org/drawingml/2006/main">
            <a:off x="9052560" y="3886200"/>
            <a:ext cx="2697480" cy="2148840"/>
          </a:xfrm>
          <a:prstGeom xmlns:a="http://schemas.openxmlformats.org/drawingml/2006/main" prst="roundRect">
            <a:avLst>
              <a:gd name="adj" fmla="val 2979"/>
            </a:avLst>
          </a:prstGeom>
          <a:solidFill xmlns:a="http://schemas.openxmlformats.org/drawingml/2006/main">
            <a:srgbClr val="FFFFFF"/>
          </a:solidFill>
          <a:ln xmlns:a="http://schemas.openxmlformats.org/drawingml/2006/main" w="12700">
            <a:solidFill>
              <a:srgbClr val="E4D5BE"/>
            </a:solidFill>
            <a:prstDash val="solid"/>
          </a:ln>
        </p:spPr>
      </p:sp>
      <p:sp>
        <p:nvSpPr>
          <p:cNvPr id="21" name="Shape 19">
            <a:extLst xmlns:a="http://schemas.openxmlformats.org/drawingml/2006/main">
              <a:ext uri="{FF2B5EF4-FFF2-40B4-BE49-F238E27FC236}">
                <a16:creationId xmlns:a16="http://schemas.microsoft.com/office/drawing/2014/main" id="{C3C05B75-2C17-4585-9FE3-8B13FE9A476A}"/>
              </a:ext>
            </a:extLst>
          </p:cNvPr>
          <p:cNvSpPr>
            <a:spLocks xmlns:a="http://schemas.openxmlformats.org/drawingml/2006/main" noGrp="1"/>
          </p:cNvSpPr>
          <p:nvPr/>
        </p:nvSpPr>
        <p:spPr>
          <a:xfrm xmlns:a="http://schemas.openxmlformats.org/drawingml/2006/main">
            <a:off x="9217152" y="4069080"/>
            <a:ext cx="2368296" cy="365760"/>
          </a:xfrm>
          <a:prstGeom xmlns:a="http://schemas.openxmlformats.org/drawingml/2006/main" prst="roundRect">
            <a:avLst>
              <a:gd name="adj" fmla="val 50000"/>
            </a:avLst>
          </a:prstGeom>
          <a:solidFill xmlns:a="http://schemas.openxmlformats.org/drawingml/2006/main">
            <a:srgbClr val="D97B3F"/>
          </a:solidFill>
        </p:spPr>
      </p:sp>
      <p:sp>
        <p:nvSpPr>
          <p:cNvPr id="22" name="Text 20">
            <a:extLst xmlns:a="http://schemas.openxmlformats.org/drawingml/2006/main">
              <a:ext uri="{FF2B5EF4-FFF2-40B4-BE49-F238E27FC236}">
                <a16:creationId xmlns:a16="http://schemas.microsoft.com/office/drawing/2014/main" id="{CDBC748A-03B7-45DB-9D12-EE1E6F51AF81}"/>
              </a:ext>
            </a:extLst>
          </p:cNvPr>
          <p:cNvSpPr>
            <a:spLocks xmlns:a="http://schemas.openxmlformats.org/drawingml/2006/main" noGrp="1"/>
          </p:cNvSpPr>
          <p:nvPr/>
        </p:nvSpPr>
        <p:spPr>
          <a:xfrm xmlns:a="http://schemas.openxmlformats.org/drawingml/2006/main">
            <a:off x="9217152" y="4069080"/>
            <a:ext cx="23682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7ECDA"/>
                </a:solidFill>
                <a:latin typeface="맑은 고딕"/>
                <a:ea typeface="맑은 고딕"/>
                <a:cs typeface="맑은 고딕"/>
              </a:rPr>
              <a:t>중장형 고양이</a:t>
            </a:r>
            <a:endParaRPr sz="1200"/>
          </a:p>
        </p:txBody>
      </p:sp>
      <p:sp>
        <p:nvSpPr>
          <p:cNvPr id="23" name="Text 21">
            <a:extLst xmlns:a="http://schemas.openxmlformats.org/drawingml/2006/main">
              <a:ext uri="{FF2B5EF4-FFF2-40B4-BE49-F238E27FC236}">
                <a16:creationId xmlns:a16="http://schemas.microsoft.com/office/drawing/2014/main" id="{C8F39CDA-3E8E-4333-B3C9-CF94D40ACB1E}"/>
              </a:ext>
            </a:extLst>
          </p:cNvPr>
          <p:cNvSpPr>
            <a:spLocks xmlns:a="http://schemas.openxmlformats.org/drawingml/2006/main" noGrp="1"/>
          </p:cNvSpPr>
          <p:nvPr/>
        </p:nvSpPr>
        <p:spPr>
          <a:xfrm xmlns:a="http://schemas.openxmlformats.org/drawingml/2006/main">
            <a:off x="9235440" y="4572000"/>
            <a:ext cx="2331720"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6B4A32"/>
                </a:solidFill>
                <a:latin typeface="맑은 고딕"/>
                <a:ea typeface="맑은 고딕"/>
                <a:cs typeface="맑은 고딕"/>
              </a:rPr>
              <a:t>목재 갑옷을 입고 왼쪽으로 전진하는 보라빛 고양이·큰 캔버스</a:t>
            </a:r>
            <a:endParaRPr sz="1150"/>
          </a:p>
        </p:txBody>
      </p:sp>
      <p:sp>
        <p:nvSpPr>
          <p:cNvPr id="24" name="Text 22">
            <a:extLst xmlns:a="http://schemas.openxmlformats.org/drawingml/2006/main">
              <a:ext uri="{FF2B5EF4-FFF2-40B4-BE49-F238E27FC236}">
                <a16:creationId xmlns:a16="http://schemas.microsoft.com/office/drawing/2014/main" id="{D874ACCB-8BDA-4FAF-A082-85D2BFB6B424}"/>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25" name="Text 23">
            <a:extLst xmlns:a="http://schemas.openxmlformats.org/drawingml/2006/main">
              <a:ext uri="{FF2B5EF4-FFF2-40B4-BE49-F238E27FC236}">
                <a16:creationId xmlns:a16="http://schemas.microsoft.com/office/drawing/2014/main" id="{5222A51D-83F8-4EF9-87A4-133216F70FEE}"/>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7</a:t>
            </a:r>
            <a:endParaRPr sz="900"/>
          </a:p>
        </p:txBody>
      </p:sp>
    </p:spTree>
    <p:extLst>
      <p:ext uri="{BB962C8B-B14F-4D97-AF65-F5344CB8AC3E}">
        <p14:creationId xmlns:p14="http://schemas.microsoft.com/office/powerpoint/2010/main" val="1116656949"/>
      </p:ext>
    </p:extLst>
  </p:cSld>
</p:sld>
</file>

<file path=ppt/slides/slide8.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F93E43-58E3-435C-A3D1-F270DF245608}"/>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POST-PROCESSING</a:t>
            </a:r>
            <a:endParaRPr sz="1200"/>
          </a:p>
        </p:txBody>
      </p:sp>
      <p:sp>
        <p:nvSpPr>
          <p:cNvPr id="3" name="Text 1">
            <a:extLst xmlns:a="http://schemas.openxmlformats.org/drawingml/2006/main">
              <a:ext uri="{FF2B5EF4-FFF2-40B4-BE49-F238E27FC236}">
                <a16:creationId xmlns:a16="http://schemas.microsoft.com/office/drawing/2014/main" id="{45A05309-4C4D-4F21-BAC7-7BAD5322ADA2}"/>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대형 생성·후처리·최종 크기 적용</a:t>
            </a:r>
            <a:endParaRPr sz="2900"/>
          </a:p>
        </p:txBody>
      </p:sp>
      <p:sp>
        <p:nvSpPr>
          <p:cNvPr id="4" name="Shape 2">
            <a:extLst xmlns:a="http://schemas.openxmlformats.org/drawingml/2006/main">
              <a:ext uri="{FF2B5EF4-FFF2-40B4-BE49-F238E27FC236}">
                <a16:creationId xmlns:a16="http://schemas.microsoft.com/office/drawing/2014/main" id="{0DC86545-3FA0-43DC-A982-3742813DDD0E}"/>
              </a:ext>
            </a:extLst>
          </p:cNvPr>
          <p:cNvSpPr>
            <a:spLocks xmlns:a="http://schemas.openxmlformats.org/drawingml/2006/main" noGrp="1"/>
          </p:cNvSpPr>
          <p:nvPr/>
        </p:nvSpPr>
        <p:spPr>
          <a:xfrm xmlns:a="http://schemas.openxmlformats.org/drawingml/2006/main">
            <a:off x="548640" y="1600200"/>
            <a:ext cx="3520440" cy="4160520"/>
          </a:xfrm>
          <a:prstGeom xmlns:a="http://schemas.openxmlformats.org/drawingml/2006/main" prst="roundRect">
            <a:avLst>
              <a:gd name="adj" fmla="val 2078"/>
            </a:avLst>
          </a:prstGeom>
          <a:solidFill xmlns:a="http://schemas.openxmlformats.org/drawingml/2006/main">
            <a:srgbClr val="F3E6D2"/>
          </a:solidFill>
        </p:spPr>
      </p:sp>
      <p:sp>
        <p:nvSpPr>
          <p:cNvPr id="5" name="Text 3">
            <a:extLst xmlns:a="http://schemas.openxmlformats.org/drawingml/2006/main">
              <a:ext uri="{FF2B5EF4-FFF2-40B4-BE49-F238E27FC236}">
                <a16:creationId xmlns:a16="http://schemas.microsoft.com/office/drawing/2014/main" id="{48D76AF6-6DF9-4DAE-9488-E7DD8D61C479}"/>
              </a:ext>
            </a:extLst>
          </p:cNvPr>
          <p:cNvSpPr>
            <a:spLocks xmlns:a="http://schemas.openxmlformats.org/drawingml/2006/main" noGrp="1"/>
          </p:cNvSpPr>
          <p:nvPr/>
        </p:nvSpPr>
        <p:spPr>
          <a:xfrm xmlns:a="http://schemas.openxmlformats.org/drawingml/2006/main">
            <a:off x="777240" y="1783080"/>
            <a:ext cx="30632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3F8C82"/>
                </a:solidFill>
                <a:latin typeface="맑은 고딕"/>
                <a:ea typeface="맑은 고딕"/>
                <a:cs typeface="맑은 고딕"/>
              </a:rPr>
              <a:t>외곽선·가독성 안정화</a:t>
            </a:r>
            <a:endParaRPr sz="1400"/>
          </a:p>
        </p:txBody>
      </p:sp>
      <p:sp>
        <p:nvSpPr>
          <p:cNvPr id="6" name="Text 4">
            <a:extLst xmlns:a="http://schemas.openxmlformats.org/drawingml/2006/main">
              <a:ext uri="{FF2B5EF4-FFF2-40B4-BE49-F238E27FC236}">
                <a16:creationId xmlns:a16="http://schemas.microsoft.com/office/drawing/2014/main" id="{3553091B-4FD5-43B9-A34B-B131DE8D1265}"/>
              </a:ext>
            </a:extLst>
          </p:cNvPr>
          <p:cNvSpPr>
            <a:spLocks xmlns:a="http://schemas.openxmlformats.org/drawingml/2006/main" noGrp="1"/>
          </p:cNvSpPr>
          <p:nvPr/>
        </p:nvSpPr>
        <p:spPr>
          <a:xfrm xmlns:a="http://schemas.openxmlformats.org/drawingml/2006/main">
            <a:off x="868680" y="2194560"/>
            <a:ext cx="28803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큰 해상도로 원본 생성</a:t>
            </a:r>
            <a:endParaRPr sz="1200"/>
          </a:p>
        </p:txBody>
      </p:sp>
      <p:sp>
        <p:nvSpPr>
          <p:cNvPr id="7" name="Text 5">
            <a:extLst xmlns:a="http://schemas.openxmlformats.org/drawingml/2006/main">
              <a:ext uri="{FF2B5EF4-FFF2-40B4-BE49-F238E27FC236}">
                <a16:creationId xmlns:a16="http://schemas.microsoft.com/office/drawing/2014/main" id="{039F9946-3176-411E-A95A-C0A9AD3C2978}"/>
              </a:ext>
            </a:extLst>
          </p:cNvPr>
          <p:cNvSpPr>
            <a:spLocks xmlns:a="http://schemas.openxmlformats.org/drawingml/2006/main" noGrp="1"/>
          </p:cNvSpPr>
          <p:nvPr/>
        </p:nvSpPr>
        <p:spPr>
          <a:xfrm xmlns:a="http://schemas.openxmlformats.org/drawingml/2006/main">
            <a:off x="868680" y="2560320"/>
            <a:ext cx="28803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균일한 배경 제거</a:t>
            </a:r>
            <a:endParaRPr sz="1200"/>
          </a:p>
        </p:txBody>
      </p:sp>
      <p:sp>
        <p:nvSpPr>
          <p:cNvPr id="8" name="Text 6">
            <a:extLst xmlns:a="http://schemas.openxmlformats.org/drawingml/2006/main">
              <a:ext uri="{FF2B5EF4-FFF2-40B4-BE49-F238E27FC236}">
                <a16:creationId xmlns:a16="http://schemas.microsoft.com/office/drawing/2014/main" id="{EF3D50DB-61F6-43DB-8552-8102ADAC62B1}"/>
              </a:ext>
            </a:extLst>
          </p:cNvPr>
          <p:cNvSpPr>
            <a:spLocks xmlns:a="http://schemas.openxmlformats.org/drawingml/2006/main" noGrp="1"/>
          </p:cNvSpPr>
          <p:nvPr/>
        </p:nvSpPr>
        <p:spPr>
          <a:xfrm xmlns:a="http://schemas.openxmlformats.org/drawingml/2006/main">
            <a:off x="868680" y="2926080"/>
            <a:ext cx="28803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외곽선·실루엣 검수</a:t>
            </a:r>
            <a:endParaRPr sz="1200"/>
          </a:p>
        </p:txBody>
      </p:sp>
      <p:sp>
        <p:nvSpPr>
          <p:cNvPr id="9" name="Text 7">
            <a:extLst xmlns:a="http://schemas.openxmlformats.org/drawingml/2006/main">
              <a:ext uri="{FF2B5EF4-FFF2-40B4-BE49-F238E27FC236}">
                <a16:creationId xmlns:a16="http://schemas.microsoft.com/office/drawing/2014/main" id="{F53B862A-BDF9-4868-91F4-63B1951DE7E8}"/>
              </a:ext>
            </a:extLst>
          </p:cNvPr>
          <p:cNvSpPr>
            <a:spLocks xmlns:a="http://schemas.openxmlformats.org/drawingml/2006/main" noGrp="1"/>
          </p:cNvSpPr>
          <p:nvPr/>
        </p:nvSpPr>
        <p:spPr>
          <a:xfrm xmlns:a="http://schemas.openxmlformats.org/drawingml/2006/main">
            <a:off x="868680" y="3291840"/>
            <a:ext cx="28803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최종 표시 크기로 축소</a:t>
            </a:r>
            <a:endParaRPr sz="1200"/>
          </a:p>
        </p:txBody>
      </p:sp>
      <p:sp>
        <p:nvSpPr>
          <p:cNvPr id="10" name="Text 8">
            <a:extLst xmlns:a="http://schemas.openxmlformats.org/drawingml/2006/main">
              <a:ext uri="{FF2B5EF4-FFF2-40B4-BE49-F238E27FC236}">
                <a16:creationId xmlns:a16="http://schemas.microsoft.com/office/drawing/2014/main" id="{3257A078-039A-4D5F-8DC3-7D1736276B8A}"/>
              </a:ext>
            </a:extLst>
          </p:cNvPr>
          <p:cNvSpPr>
            <a:spLocks xmlns:a="http://schemas.openxmlformats.org/drawingml/2006/main" noGrp="1"/>
          </p:cNvSpPr>
          <p:nvPr/>
        </p:nvSpPr>
        <p:spPr>
          <a:xfrm xmlns:a="http://schemas.openxmlformats.org/drawingml/2006/main">
            <a:off x="777240" y="3703320"/>
            <a:ext cx="3063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B4A32"/>
                </a:solidFill>
                <a:latin typeface="맑은 고딕"/>
                <a:ea typeface="맑은 고딕"/>
                <a:cs typeface="맑은 고딕"/>
              </a:rPr>
              <a:t>축소 뒤 가장자리 끊김·번짐·가독성을 확인하고, 필요하면 생성 단계부터 조정합니다.</a:t>
            </a:r>
            <a:endParaRPr sz="1100"/>
          </a:p>
        </p:txBody>
      </p:sp>
      <p:sp>
        <p:nvSpPr>
          <p:cNvPr id="11" name="Shape 9">
            <a:extLst xmlns:a="http://schemas.openxmlformats.org/drawingml/2006/main">
              <a:ext uri="{FF2B5EF4-FFF2-40B4-BE49-F238E27FC236}">
                <a16:creationId xmlns:a16="http://schemas.microsoft.com/office/drawing/2014/main" id="{C0FE49B8-DEFD-445D-95ED-AD72AEFFF1DD}"/>
              </a:ext>
            </a:extLst>
          </p:cNvPr>
          <p:cNvSpPr>
            <a:spLocks xmlns:a="http://schemas.openxmlformats.org/drawingml/2006/main" noGrp="1"/>
          </p:cNvSpPr>
          <p:nvPr/>
        </p:nvSpPr>
        <p:spPr>
          <a:xfrm xmlns:a="http://schemas.openxmlformats.org/drawingml/2006/main">
            <a:off x="777240" y="4572000"/>
            <a:ext cx="3063240" cy="0"/>
          </a:xfrm>
          <a:prstGeom xmlns:a="http://schemas.openxmlformats.org/drawingml/2006/main" prst="line">
            <a:avLst/>
          </a:prstGeom>
          <a:noFill xmlns:a="http://schemas.openxmlformats.org/drawingml/2006/main"/>
          <a:ln xmlns:a="http://schemas.openxmlformats.org/drawingml/2006/main" w="12700">
            <a:solidFill>
              <a:srgbClr val="D8C7AA"/>
            </a:solidFill>
            <a:prstDash val="solid"/>
          </a:ln>
        </p:spPr>
      </p:sp>
      <p:sp>
        <p:nvSpPr>
          <p:cNvPr id="12" name="Text 10">
            <a:extLst xmlns:a="http://schemas.openxmlformats.org/drawingml/2006/main">
              <a:ext uri="{FF2B5EF4-FFF2-40B4-BE49-F238E27FC236}">
                <a16:creationId xmlns:a16="http://schemas.microsoft.com/office/drawing/2014/main" id="{222AD6FB-4ED1-4717-87F6-9D4B54F5178F}"/>
              </a:ext>
            </a:extLst>
          </p:cNvPr>
          <p:cNvSpPr>
            <a:spLocks xmlns:a="http://schemas.openxmlformats.org/drawingml/2006/main" noGrp="1"/>
          </p:cNvSpPr>
          <p:nvPr/>
        </p:nvSpPr>
        <p:spPr>
          <a:xfrm xmlns:a="http://schemas.openxmlformats.org/drawingml/2006/main">
            <a:off x="777240" y="4681728"/>
            <a:ext cx="30632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3F8C82"/>
                </a:solidFill>
                <a:latin typeface="맑은 고딕"/>
                <a:ea typeface="맑은 고딕"/>
                <a:cs typeface="맑은 고딕"/>
              </a:rPr>
              <a:t>도구</a:t>
            </a:r>
            <a:endParaRPr sz="1100"/>
          </a:p>
        </p:txBody>
      </p:sp>
      <p:sp>
        <p:nvSpPr>
          <p:cNvPr id="13" name="Text 11">
            <a:extLst xmlns:a="http://schemas.openxmlformats.org/drawingml/2006/main">
              <a:ext uri="{FF2B5EF4-FFF2-40B4-BE49-F238E27FC236}">
                <a16:creationId xmlns:a16="http://schemas.microsoft.com/office/drawing/2014/main" id="{DE8E8974-FC2B-43C6-95A8-3841E16E176C}"/>
              </a:ext>
            </a:extLst>
          </p:cNvPr>
          <p:cNvSpPr>
            <a:spLocks xmlns:a="http://schemas.openxmlformats.org/drawingml/2006/main" noGrp="1"/>
          </p:cNvSpPr>
          <p:nvPr/>
        </p:nvSpPr>
        <p:spPr>
          <a:xfrm xmlns:a="http://schemas.openxmlformats.org/drawingml/2006/main">
            <a:off x="777240" y="4937760"/>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Consolas"/>
                <a:ea typeface="Consolas"/>
                <a:cs typeface="Consolas"/>
              </a:rPr>
              <a:t>생성·후처리 파이프라인</a:t>
            </a:r>
            <a:endParaRPr sz="1200"/>
          </a:p>
        </p:txBody>
      </p:sp>
      <p:sp>
        <p:nvSpPr>
          <p:cNvPr id="14" name="Text 12">
            <a:extLst xmlns:a="http://schemas.openxmlformats.org/drawingml/2006/main">
              <a:ext uri="{FF2B5EF4-FFF2-40B4-BE49-F238E27FC236}">
                <a16:creationId xmlns:a16="http://schemas.microsoft.com/office/drawing/2014/main" id="{9C7DECD5-4525-4BF5-9EA6-FE64940D304C}"/>
              </a:ext>
            </a:extLst>
          </p:cNvPr>
          <p:cNvSpPr>
            <a:spLocks xmlns:a="http://schemas.openxmlformats.org/drawingml/2006/main" noGrp="1"/>
          </p:cNvSpPr>
          <p:nvPr/>
        </p:nvSpPr>
        <p:spPr>
          <a:xfrm xmlns:a="http://schemas.openxmlformats.org/drawingml/2006/main">
            <a:off x="4343400" y="1645920"/>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3F8C82"/>
                </a:solidFill>
                <a:latin typeface="맑은 고딕"/>
                <a:ea typeface="맑은 고딕"/>
                <a:cs typeface="맑은 고딕"/>
              </a:rPr>
              <a:t>Unity Import 설정</a:t>
            </a:r>
            <a:endParaRPr sz="1400"/>
          </a:p>
        </p:txBody>
      </p:sp>
      <p:sp>
        <p:nvSpPr>
          <p:cNvPr id="15" name="Shape 13">
            <a:extLst xmlns:a="http://schemas.openxmlformats.org/drawingml/2006/main">
              <a:ext uri="{FF2B5EF4-FFF2-40B4-BE49-F238E27FC236}">
                <a16:creationId xmlns:a16="http://schemas.microsoft.com/office/drawing/2014/main" id="{74AFEAFA-2F6D-46EF-8773-1C1D29F8FB4B}"/>
              </a:ext>
            </a:extLst>
          </p:cNvPr>
          <p:cNvSpPr>
            <a:spLocks xmlns:a="http://schemas.openxmlformats.org/drawingml/2006/main" noGrp="1"/>
          </p:cNvSpPr>
          <p:nvPr/>
        </p:nvSpPr>
        <p:spPr>
          <a:xfrm xmlns:a="http://schemas.openxmlformats.org/drawingml/2006/main">
            <a:off x="4343400" y="2048256"/>
            <a:ext cx="32918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8C7AA"/>
            </a:solidFill>
            <a:prstDash val="solid"/>
          </a:ln>
        </p:spPr>
      </p:sp>
      <p:sp>
        <p:nvSpPr>
          <p:cNvPr id="16" name="Text 14">
            <a:extLst xmlns:a="http://schemas.openxmlformats.org/drawingml/2006/main">
              <a:ext uri="{FF2B5EF4-FFF2-40B4-BE49-F238E27FC236}">
                <a16:creationId xmlns:a16="http://schemas.microsoft.com/office/drawing/2014/main" id="{1E763A6A-2179-4BDC-95BE-4CD02603CD38}"/>
              </a:ext>
            </a:extLst>
          </p:cNvPr>
          <p:cNvSpPr>
            <a:spLocks xmlns:a="http://schemas.openxmlformats.org/drawingml/2006/main" noGrp="1"/>
          </p:cNvSpPr>
          <p:nvPr/>
        </p:nvSpPr>
        <p:spPr>
          <a:xfrm xmlns:a="http://schemas.openxmlformats.org/drawingml/2006/main">
            <a:off x="4343400" y="2048256"/>
            <a:ext cx="32918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3D2B1F"/>
                </a:solidFill>
                <a:latin typeface="맑은 고딕"/>
                <a:ea typeface="맑은 고딕"/>
                <a:cs typeface="맑은 고딕"/>
              </a:rPr>
              <a:t>Sprite (2D and UI)</a:t>
            </a:r>
            <a:endParaRPr sz="1150"/>
          </a:p>
        </p:txBody>
      </p:sp>
      <p:sp>
        <p:nvSpPr>
          <p:cNvPr id="17" name="Shape 15">
            <a:extLst xmlns:a="http://schemas.openxmlformats.org/drawingml/2006/main">
              <a:ext uri="{FF2B5EF4-FFF2-40B4-BE49-F238E27FC236}">
                <a16:creationId xmlns:a16="http://schemas.microsoft.com/office/drawing/2014/main" id="{F227E123-92CA-48FA-90EE-E0113C876358}"/>
              </a:ext>
            </a:extLst>
          </p:cNvPr>
          <p:cNvSpPr>
            <a:spLocks xmlns:a="http://schemas.openxmlformats.org/drawingml/2006/main" noGrp="1"/>
          </p:cNvSpPr>
          <p:nvPr/>
        </p:nvSpPr>
        <p:spPr>
          <a:xfrm xmlns:a="http://schemas.openxmlformats.org/drawingml/2006/main">
            <a:off x="4343400" y="2542032"/>
            <a:ext cx="32918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8C7AA"/>
            </a:solidFill>
            <a:prstDash val="solid"/>
          </a:ln>
        </p:spPr>
      </p:sp>
      <p:sp>
        <p:nvSpPr>
          <p:cNvPr id="18" name="Text 16">
            <a:extLst xmlns:a="http://schemas.openxmlformats.org/drawingml/2006/main">
              <a:ext uri="{FF2B5EF4-FFF2-40B4-BE49-F238E27FC236}">
                <a16:creationId xmlns:a16="http://schemas.microsoft.com/office/drawing/2014/main" id="{8D76E501-B1ED-413B-B37C-D82BD296AE4D}"/>
              </a:ext>
            </a:extLst>
          </p:cNvPr>
          <p:cNvSpPr>
            <a:spLocks xmlns:a="http://schemas.openxmlformats.org/drawingml/2006/main" noGrp="1"/>
          </p:cNvSpPr>
          <p:nvPr/>
        </p:nvSpPr>
        <p:spPr>
          <a:xfrm xmlns:a="http://schemas.openxmlformats.org/drawingml/2006/main">
            <a:off x="4343400" y="2542032"/>
            <a:ext cx="32918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3D2B1F"/>
                </a:solidFill>
                <a:latin typeface="맑은 고딕"/>
                <a:ea typeface="맑은 고딕"/>
                <a:cs typeface="맑은 고딕"/>
              </a:rPr>
              <a:t>Single</a:t>
            </a:r>
            <a:endParaRPr sz="1150"/>
          </a:p>
        </p:txBody>
      </p:sp>
      <p:sp>
        <p:nvSpPr>
          <p:cNvPr id="19" name="Shape 17">
            <a:extLst xmlns:a="http://schemas.openxmlformats.org/drawingml/2006/main">
              <a:ext uri="{FF2B5EF4-FFF2-40B4-BE49-F238E27FC236}">
                <a16:creationId xmlns:a16="http://schemas.microsoft.com/office/drawing/2014/main" id="{8F52D460-F44E-4AD9-9DA0-5503B9AE4CF8}"/>
              </a:ext>
            </a:extLst>
          </p:cNvPr>
          <p:cNvSpPr>
            <a:spLocks xmlns:a="http://schemas.openxmlformats.org/drawingml/2006/main" noGrp="1"/>
          </p:cNvSpPr>
          <p:nvPr/>
        </p:nvSpPr>
        <p:spPr>
          <a:xfrm xmlns:a="http://schemas.openxmlformats.org/drawingml/2006/main">
            <a:off x="4343400" y="3035808"/>
            <a:ext cx="32918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8C7AA"/>
            </a:solidFill>
            <a:prstDash val="solid"/>
          </a:ln>
        </p:spPr>
      </p:sp>
      <p:sp>
        <p:nvSpPr>
          <p:cNvPr id="20" name="Text 18">
            <a:extLst xmlns:a="http://schemas.openxmlformats.org/drawingml/2006/main">
              <a:ext uri="{FF2B5EF4-FFF2-40B4-BE49-F238E27FC236}">
                <a16:creationId xmlns:a16="http://schemas.microsoft.com/office/drawing/2014/main" id="{32F8D18E-D57E-46E6-8292-1220CDC465E9}"/>
              </a:ext>
            </a:extLst>
          </p:cNvPr>
          <p:cNvSpPr>
            <a:spLocks xmlns:a="http://schemas.openxmlformats.org/drawingml/2006/main" noGrp="1"/>
          </p:cNvSpPr>
          <p:nvPr/>
        </p:nvSpPr>
        <p:spPr>
          <a:xfrm xmlns:a="http://schemas.openxmlformats.org/drawingml/2006/main">
            <a:off x="4343400" y="3035808"/>
            <a:ext cx="32918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3D2B1F"/>
                </a:solidFill>
                <a:latin typeface="맑은 고딕"/>
                <a:ea typeface="맑은 고딕"/>
                <a:cs typeface="맑은 고딕"/>
              </a:rPr>
              <a:t>하단 중앙 피벗</a:t>
            </a:r>
            <a:endParaRPr sz="1150"/>
          </a:p>
        </p:txBody>
      </p:sp>
      <p:sp>
        <p:nvSpPr>
          <p:cNvPr id="21" name="Shape 19">
            <a:extLst xmlns:a="http://schemas.openxmlformats.org/drawingml/2006/main">
              <a:ext uri="{FF2B5EF4-FFF2-40B4-BE49-F238E27FC236}">
                <a16:creationId xmlns:a16="http://schemas.microsoft.com/office/drawing/2014/main" id="{D457E032-874C-4A6D-954D-C3B02279E80D}"/>
              </a:ext>
            </a:extLst>
          </p:cNvPr>
          <p:cNvSpPr>
            <a:spLocks xmlns:a="http://schemas.openxmlformats.org/drawingml/2006/main" noGrp="1"/>
          </p:cNvSpPr>
          <p:nvPr/>
        </p:nvSpPr>
        <p:spPr>
          <a:xfrm xmlns:a="http://schemas.openxmlformats.org/drawingml/2006/main">
            <a:off x="4343400" y="3529584"/>
            <a:ext cx="32918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8C7AA"/>
            </a:solidFill>
            <a:prstDash val="solid"/>
          </a:ln>
        </p:spPr>
      </p:sp>
      <p:sp>
        <p:nvSpPr>
          <p:cNvPr id="22" name="Text 20">
            <a:extLst xmlns:a="http://schemas.openxmlformats.org/drawingml/2006/main">
              <a:ext uri="{FF2B5EF4-FFF2-40B4-BE49-F238E27FC236}">
                <a16:creationId xmlns:a16="http://schemas.microsoft.com/office/drawing/2014/main" id="{2BB1C634-29BD-49F1-9F08-1030B8A576FB}"/>
              </a:ext>
            </a:extLst>
          </p:cNvPr>
          <p:cNvSpPr>
            <a:spLocks xmlns:a="http://schemas.openxmlformats.org/drawingml/2006/main" noGrp="1"/>
          </p:cNvSpPr>
          <p:nvPr/>
        </p:nvSpPr>
        <p:spPr>
          <a:xfrm xmlns:a="http://schemas.openxmlformats.org/drawingml/2006/main">
            <a:off x="4343400" y="3529584"/>
            <a:ext cx="32918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3D2B1F"/>
                </a:solidFill>
                <a:latin typeface="맑은 고딕"/>
                <a:ea typeface="맑은 고딕"/>
                <a:cs typeface="맑은 고딕"/>
              </a:rPr>
              <a:t>Bilinear 필터</a:t>
            </a:r>
            <a:endParaRPr sz="1150"/>
          </a:p>
        </p:txBody>
      </p:sp>
      <p:sp>
        <p:nvSpPr>
          <p:cNvPr id="23" name="Shape 21">
            <a:extLst xmlns:a="http://schemas.openxmlformats.org/drawingml/2006/main">
              <a:ext uri="{FF2B5EF4-FFF2-40B4-BE49-F238E27FC236}">
                <a16:creationId xmlns:a16="http://schemas.microsoft.com/office/drawing/2014/main" id="{C52ED880-AC8B-4B10-B6E8-648165EE9CCA}"/>
              </a:ext>
            </a:extLst>
          </p:cNvPr>
          <p:cNvSpPr>
            <a:spLocks xmlns:a="http://schemas.openxmlformats.org/drawingml/2006/main" noGrp="1"/>
          </p:cNvSpPr>
          <p:nvPr/>
        </p:nvSpPr>
        <p:spPr>
          <a:xfrm xmlns:a="http://schemas.openxmlformats.org/drawingml/2006/main">
            <a:off x="4343400" y="4023360"/>
            <a:ext cx="32918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8C7AA"/>
            </a:solidFill>
            <a:prstDash val="solid"/>
          </a:ln>
        </p:spPr>
      </p:sp>
      <p:sp>
        <p:nvSpPr>
          <p:cNvPr id="24" name="Text 22">
            <a:extLst xmlns:a="http://schemas.openxmlformats.org/drawingml/2006/main">
              <a:ext uri="{FF2B5EF4-FFF2-40B4-BE49-F238E27FC236}">
                <a16:creationId xmlns:a16="http://schemas.microsoft.com/office/drawing/2014/main" id="{A708D236-4CDC-4A06-9732-338FD1EA3FEE}"/>
              </a:ext>
            </a:extLst>
          </p:cNvPr>
          <p:cNvSpPr>
            <a:spLocks xmlns:a="http://schemas.openxmlformats.org/drawingml/2006/main" noGrp="1"/>
          </p:cNvSpPr>
          <p:nvPr/>
        </p:nvSpPr>
        <p:spPr>
          <a:xfrm xmlns:a="http://schemas.openxmlformats.org/drawingml/2006/main">
            <a:off x="4343400" y="4023360"/>
            <a:ext cx="32918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a:solidFill>
                  <a:srgbClr val="3D2B1F"/>
                </a:solidFill>
                <a:latin typeface="맑은 고딕"/>
                <a:ea typeface="맑은 고딕"/>
                <a:cs typeface="맑은 고딕"/>
              </a:rPr>
              <a:t>Mipmap 비활성</a:t>
            </a:r>
            <a:endParaRPr sz="1150"/>
          </a:p>
        </p:txBody>
      </p:sp>
      <p:sp>
        <p:nvSpPr>
          <p:cNvPr id="25" name="Text 23">
            <a:extLst xmlns:a="http://schemas.openxmlformats.org/drawingml/2006/main">
              <a:ext uri="{FF2B5EF4-FFF2-40B4-BE49-F238E27FC236}">
                <a16:creationId xmlns:a16="http://schemas.microsoft.com/office/drawing/2014/main" id="{4F02D586-A4CF-4882-A9E9-E0F6D21A2ACB}"/>
              </a:ext>
            </a:extLst>
          </p:cNvPr>
          <p:cNvSpPr>
            <a:spLocks xmlns:a="http://schemas.openxmlformats.org/drawingml/2006/main" noGrp="1"/>
          </p:cNvSpPr>
          <p:nvPr/>
        </p:nvSpPr>
        <p:spPr>
          <a:xfrm xmlns:a="http://schemas.openxmlformats.org/drawingml/2006/main">
            <a:off x="8001000" y="1645920"/>
            <a:ext cx="35661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3F8C82"/>
                </a:solidFill>
                <a:latin typeface="맑은 고딕"/>
                <a:ea typeface="맑은 고딕"/>
                <a:cs typeface="맑은 고딕"/>
              </a:rPr>
              <a:t>표시 높이 (기준)</a:t>
            </a:r>
            <a:endParaRPr sz="1400"/>
          </a:p>
        </p:txBody>
      </p:sp>
      <p:sp>
        <p:nvSpPr>
          <p:cNvPr id="26" name="Shape 24">
            <a:extLst xmlns:a="http://schemas.openxmlformats.org/drawingml/2006/main">
              <a:ext uri="{FF2B5EF4-FFF2-40B4-BE49-F238E27FC236}">
                <a16:creationId xmlns:a16="http://schemas.microsoft.com/office/drawing/2014/main" id="{B66C92E7-A02E-4C73-8F54-78126948B76B}"/>
              </a:ext>
            </a:extLst>
          </p:cNvPr>
          <p:cNvSpPr>
            <a:spLocks xmlns:a="http://schemas.openxmlformats.org/drawingml/2006/main" noGrp="1"/>
          </p:cNvSpPr>
          <p:nvPr/>
        </p:nvSpPr>
        <p:spPr>
          <a:xfrm xmlns:a="http://schemas.openxmlformats.org/drawingml/2006/main">
            <a:off x="8001000" y="2048256"/>
            <a:ext cx="3566160" cy="384048"/>
          </a:xfrm>
          <a:prstGeom xmlns:a="http://schemas.openxmlformats.org/drawingml/2006/main" prst="rect">
            <a:avLst/>
          </a:prstGeom>
          <a:solidFill xmlns:a="http://schemas.openxmlformats.org/drawingml/2006/main">
            <a:srgbClr val="FFFFFF"/>
          </a:solidFill>
          <a:ln xmlns:a="http://schemas.openxmlformats.org/drawingml/2006/main" w="9525">
            <a:solidFill>
              <a:srgbClr val="E4D5BE"/>
            </a:solidFill>
            <a:prstDash val="solid"/>
          </a:ln>
        </p:spPr>
      </p:sp>
      <p:sp>
        <p:nvSpPr>
          <p:cNvPr id="27" name="Text 25">
            <a:extLst xmlns:a="http://schemas.openxmlformats.org/drawingml/2006/main">
              <a:ext uri="{FF2B5EF4-FFF2-40B4-BE49-F238E27FC236}">
                <a16:creationId xmlns:a16="http://schemas.microsoft.com/office/drawing/2014/main" id="{8F02B1ED-3BE4-4A56-A45A-9C649582306B}"/>
              </a:ext>
            </a:extLst>
          </p:cNvPr>
          <p:cNvSpPr>
            <a:spLocks xmlns:a="http://schemas.openxmlformats.org/drawingml/2006/main" noGrp="1"/>
          </p:cNvSpPr>
          <p:nvPr/>
        </p:nvSpPr>
        <p:spPr>
          <a:xfrm xmlns:a="http://schemas.openxmlformats.org/drawingml/2006/main">
            <a:off x="8138160" y="2048256"/>
            <a:ext cx="20116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플레이어</a:t>
            </a:r>
            <a:endParaRPr sz="1150"/>
          </a:p>
        </p:txBody>
      </p:sp>
      <p:sp>
        <p:nvSpPr>
          <p:cNvPr id="28" name="Text 26">
            <a:extLst xmlns:a="http://schemas.openxmlformats.org/drawingml/2006/main">
              <a:ext uri="{FF2B5EF4-FFF2-40B4-BE49-F238E27FC236}">
                <a16:creationId xmlns:a16="http://schemas.microsoft.com/office/drawing/2014/main" id="{A5E05BC3-A0D3-40C4-A354-5F5EA379291E}"/>
              </a:ext>
            </a:extLst>
          </p:cNvPr>
          <p:cNvSpPr>
            <a:spLocks xmlns:a="http://schemas.openxmlformats.org/drawingml/2006/main" noGrp="1"/>
          </p:cNvSpPr>
          <p:nvPr/>
        </p:nvSpPr>
        <p:spPr>
          <a:xfrm xmlns:a="http://schemas.openxmlformats.org/drawingml/2006/main">
            <a:off x="9966960" y="2048256"/>
            <a:ext cx="14630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50" b="1">
                <a:solidFill>
                  <a:srgbClr val="3F8C82"/>
                </a:solidFill>
                <a:latin typeface="맑은 고딕"/>
                <a:ea typeface="맑은 고딕"/>
                <a:cs typeface="맑은 고딕"/>
              </a:rPr>
              <a:t>1.0 유닛</a:t>
            </a:r>
            <a:endParaRPr sz="1150"/>
          </a:p>
        </p:txBody>
      </p:sp>
      <p:sp>
        <p:nvSpPr>
          <p:cNvPr id="29" name="Shape 27">
            <a:extLst xmlns:a="http://schemas.openxmlformats.org/drawingml/2006/main">
              <a:ext uri="{FF2B5EF4-FFF2-40B4-BE49-F238E27FC236}">
                <a16:creationId xmlns:a16="http://schemas.microsoft.com/office/drawing/2014/main" id="{AA95B50C-AB6F-4D70-AF37-36249D8703A3}"/>
              </a:ext>
            </a:extLst>
          </p:cNvPr>
          <p:cNvSpPr>
            <a:spLocks xmlns:a="http://schemas.openxmlformats.org/drawingml/2006/main" noGrp="1"/>
          </p:cNvSpPr>
          <p:nvPr/>
        </p:nvSpPr>
        <p:spPr>
          <a:xfrm xmlns:a="http://schemas.openxmlformats.org/drawingml/2006/main">
            <a:off x="8001000" y="2432304"/>
            <a:ext cx="3566160" cy="384048"/>
          </a:xfrm>
          <a:prstGeom xmlns:a="http://schemas.openxmlformats.org/drawingml/2006/main" prst="rect">
            <a:avLst/>
          </a:prstGeom>
          <a:solidFill xmlns:a="http://schemas.openxmlformats.org/drawingml/2006/main">
            <a:srgbClr val="FFFFFF"/>
          </a:solidFill>
          <a:ln xmlns:a="http://schemas.openxmlformats.org/drawingml/2006/main" w="9525">
            <a:solidFill>
              <a:srgbClr val="E4D5BE"/>
            </a:solidFill>
            <a:prstDash val="solid"/>
          </a:ln>
        </p:spPr>
      </p:sp>
      <p:sp>
        <p:nvSpPr>
          <p:cNvPr id="30" name="Text 28">
            <a:extLst xmlns:a="http://schemas.openxmlformats.org/drawingml/2006/main">
              <a:ext uri="{FF2B5EF4-FFF2-40B4-BE49-F238E27FC236}">
                <a16:creationId xmlns:a16="http://schemas.microsoft.com/office/drawing/2014/main" id="{050B2BEE-BA78-4A4D-A40A-6914902F9E32}"/>
              </a:ext>
            </a:extLst>
          </p:cNvPr>
          <p:cNvSpPr>
            <a:spLocks xmlns:a="http://schemas.openxmlformats.org/drawingml/2006/main" noGrp="1"/>
          </p:cNvSpPr>
          <p:nvPr/>
        </p:nvSpPr>
        <p:spPr>
          <a:xfrm xmlns:a="http://schemas.openxmlformats.org/drawingml/2006/main">
            <a:off x="8138160" y="2432304"/>
            <a:ext cx="20116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기본형 고양이</a:t>
            </a:r>
            <a:endParaRPr sz="1150"/>
          </a:p>
        </p:txBody>
      </p:sp>
      <p:sp>
        <p:nvSpPr>
          <p:cNvPr id="31" name="Text 29">
            <a:extLst xmlns:a="http://schemas.openxmlformats.org/drawingml/2006/main">
              <a:ext uri="{FF2B5EF4-FFF2-40B4-BE49-F238E27FC236}">
                <a16:creationId xmlns:a16="http://schemas.microsoft.com/office/drawing/2014/main" id="{AE1B923E-8531-4B76-B6D8-1920847F8D82}"/>
              </a:ext>
            </a:extLst>
          </p:cNvPr>
          <p:cNvSpPr>
            <a:spLocks xmlns:a="http://schemas.openxmlformats.org/drawingml/2006/main" noGrp="1"/>
          </p:cNvSpPr>
          <p:nvPr/>
        </p:nvSpPr>
        <p:spPr>
          <a:xfrm xmlns:a="http://schemas.openxmlformats.org/drawingml/2006/main">
            <a:off x="9966960" y="2432304"/>
            <a:ext cx="14630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50" b="1">
                <a:solidFill>
                  <a:srgbClr val="3F8C82"/>
                </a:solidFill>
                <a:latin typeface="맑은 고딕"/>
                <a:ea typeface="맑은 고딕"/>
                <a:cs typeface="맑은 고딕"/>
              </a:rPr>
              <a:t>1.0 유닛</a:t>
            </a:r>
            <a:endParaRPr sz="1150"/>
          </a:p>
        </p:txBody>
      </p:sp>
      <p:sp>
        <p:nvSpPr>
          <p:cNvPr id="32" name="Shape 30">
            <a:extLst xmlns:a="http://schemas.openxmlformats.org/drawingml/2006/main">
              <a:ext uri="{FF2B5EF4-FFF2-40B4-BE49-F238E27FC236}">
                <a16:creationId xmlns:a16="http://schemas.microsoft.com/office/drawing/2014/main" id="{DE75A16F-53CC-4501-9552-E00FE2F94C0B}"/>
              </a:ext>
            </a:extLst>
          </p:cNvPr>
          <p:cNvSpPr>
            <a:spLocks xmlns:a="http://schemas.openxmlformats.org/drawingml/2006/main" noGrp="1"/>
          </p:cNvSpPr>
          <p:nvPr/>
        </p:nvSpPr>
        <p:spPr>
          <a:xfrm xmlns:a="http://schemas.openxmlformats.org/drawingml/2006/main">
            <a:off x="8001000" y="2816352"/>
            <a:ext cx="3566160" cy="384048"/>
          </a:xfrm>
          <a:prstGeom xmlns:a="http://schemas.openxmlformats.org/drawingml/2006/main" prst="rect">
            <a:avLst/>
          </a:prstGeom>
          <a:solidFill xmlns:a="http://schemas.openxmlformats.org/drawingml/2006/main">
            <a:srgbClr val="FFFFFF"/>
          </a:solidFill>
          <a:ln xmlns:a="http://schemas.openxmlformats.org/drawingml/2006/main" w="9525">
            <a:solidFill>
              <a:srgbClr val="E4D5BE"/>
            </a:solidFill>
            <a:prstDash val="solid"/>
          </a:ln>
        </p:spPr>
      </p:sp>
      <p:sp>
        <p:nvSpPr>
          <p:cNvPr id="33" name="Text 31">
            <a:extLst xmlns:a="http://schemas.openxmlformats.org/drawingml/2006/main">
              <a:ext uri="{FF2B5EF4-FFF2-40B4-BE49-F238E27FC236}">
                <a16:creationId xmlns:a16="http://schemas.microsoft.com/office/drawing/2014/main" id="{4DFC7009-2E4D-49CF-A378-C5B1C1742FD7}"/>
              </a:ext>
            </a:extLst>
          </p:cNvPr>
          <p:cNvSpPr>
            <a:spLocks xmlns:a="http://schemas.openxmlformats.org/drawingml/2006/main" noGrp="1"/>
          </p:cNvSpPr>
          <p:nvPr/>
        </p:nvSpPr>
        <p:spPr>
          <a:xfrm xmlns:a="http://schemas.openxmlformats.org/drawingml/2006/main">
            <a:off x="8138160" y="2816352"/>
            <a:ext cx="20116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속공형 고양이</a:t>
            </a:r>
            <a:endParaRPr sz="1150"/>
          </a:p>
        </p:txBody>
      </p:sp>
      <p:sp>
        <p:nvSpPr>
          <p:cNvPr id="34" name="Text 32">
            <a:extLst xmlns:a="http://schemas.openxmlformats.org/drawingml/2006/main">
              <a:ext uri="{FF2B5EF4-FFF2-40B4-BE49-F238E27FC236}">
                <a16:creationId xmlns:a16="http://schemas.microsoft.com/office/drawing/2014/main" id="{A608A45C-920F-4FE7-90A8-80445B7576BD}"/>
              </a:ext>
            </a:extLst>
          </p:cNvPr>
          <p:cNvSpPr>
            <a:spLocks xmlns:a="http://schemas.openxmlformats.org/drawingml/2006/main" noGrp="1"/>
          </p:cNvSpPr>
          <p:nvPr/>
        </p:nvSpPr>
        <p:spPr>
          <a:xfrm xmlns:a="http://schemas.openxmlformats.org/drawingml/2006/main">
            <a:off x="9966960" y="2816352"/>
            <a:ext cx="14630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50" b="1">
                <a:solidFill>
                  <a:srgbClr val="3F8C82"/>
                </a:solidFill>
                <a:latin typeface="맑은 고딕"/>
                <a:ea typeface="맑은 고딕"/>
                <a:cs typeface="맑은 고딕"/>
              </a:rPr>
              <a:t>0.85 유닛</a:t>
            </a:r>
            <a:endParaRPr sz="1150"/>
          </a:p>
        </p:txBody>
      </p:sp>
      <p:sp>
        <p:nvSpPr>
          <p:cNvPr id="35" name="Shape 33">
            <a:extLst xmlns:a="http://schemas.openxmlformats.org/drawingml/2006/main">
              <a:ext uri="{FF2B5EF4-FFF2-40B4-BE49-F238E27FC236}">
                <a16:creationId xmlns:a16="http://schemas.microsoft.com/office/drawing/2014/main" id="{B8341E7D-DFC0-47E4-B606-49BE50B5F62E}"/>
              </a:ext>
            </a:extLst>
          </p:cNvPr>
          <p:cNvSpPr>
            <a:spLocks xmlns:a="http://schemas.openxmlformats.org/drawingml/2006/main" noGrp="1"/>
          </p:cNvSpPr>
          <p:nvPr/>
        </p:nvSpPr>
        <p:spPr>
          <a:xfrm xmlns:a="http://schemas.openxmlformats.org/drawingml/2006/main">
            <a:off x="8001000" y="3200400"/>
            <a:ext cx="3566160" cy="384048"/>
          </a:xfrm>
          <a:prstGeom xmlns:a="http://schemas.openxmlformats.org/drawingml/2006/main" prst="rect">
            <a:avLst/>
          </a:prstGeom>
          <a:solidFill xmlns:a="http://schemas.openxmlformats.org/drawingml/2006/main">
            <a:srgbClr val="FFFFFF"/>
          </a:solidFill>
          <a:ln xmlns:a="http://schemas.openxmlformats.org/drawingml/2006/main" w="9525">
            <a:solidFill>
              <a:srgbClr val="E4D5BE"/>
            </a:solidFill>
            <a:prstDash val="solid"/>
          </a:ln>
        </p:spPr>
      </p:sp>
      <p:sp>
        <p:nvSpPr>
          <p:cNvPr id="36" name="Text 34">
            <a:extLst xmlns:a="http://schemas.openxmlformats.org/drawingml/2006/main">
              <a:ext uri="{FF2B5EF4-FFF2-40B4-BE49-F238E27FC236}">
                <a16:creationId xmlns:a16="http://schemas.microsoft.com/office/drawing/2014/main" id="{13E6776B-9E19-4245-BAD7-D24A38878D4B}"/>
              </a:ext>
            </a:extLst>
          </p:cNvPr>
          <p:cNvSpPr>
            <a:spLocks xmlns:a="http://schemas.openxmlformats.org/drawingml/2006/main" noGrp="1"/>
          </p:cNvSpPr>
          <p:nvPr/>
        </p:nvSpPr>
        <p:spPr>
          <a:xfrm xmlns:a="http://schemas.openxmlformats.org/drawingml/2006/main">
            <a:off x="8138160" y="3200400"/>
            <a:ext cx="20116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중장형 고양이</a:t>
            </a:r>
            <a:endParaRPr sz="1150"/>
          </a:p>
        </p:txBody>
      </p:sp>
      <p:sp>
        <p:nvSpPr>
          <p:cNvPr id="37" name="Text 35">
            <a:extLst xmlns:a="http://schemas.openxmlformats.org/drawingml/2006/main">
              <a:ext uri="{FF2B5EF4-FFF2-40B4-BE49-F238E27FC236}">
                <a16:creationId xmlns:a16="http://schemas.microsoft.com/office/drawing/2014/main" id="{8461DC74-3D63-4D90-9270-510565AE44F0}"/>
              </a:ext>
            </a:extLst>
          </p:cNvPr>
          <p:cNvSpPr>
            <a:spLocks xmlns:a="http://schemas.openxmlformats.org/drawingml/2006/main" noGrp="1"/>
          </p:cNvSpPr>
          <p:nvPr/>
        </p:nvSpPr>
        <p:spPr>
          <a:xfrm xmlns:a="http://schemas.openxmlformats.org/drawingml/2006/main">
            <a:off x="9966960" y="3200400"/>
            <a:ext cx="14630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50" b="1">
                <a:solidFill>
                  <a:srgbClr val="3F8C82"/>
                </a:solidFill>
                <a:latin typeface="맑은 고딕"/>
                <a:ea typeface="맑은 고딕"/>
                <a:cs typeface="맑은 고딕"/>
              </a:rPr>
              <a:t>1.25 유닛</a:t>
            </a:r>
            <a:endParaRPr sz="1150"/>
          </a:p>
        </p:txBody>
      </p:sp>
      <p:sp>
        <p:nvSpPr>
          <p:cNvPr id="38" name="Shape 36">
            <a:extLst xmlns:a="http://schemas.openxmlformats.org/drawingml/2006/main">
              <a:ext uri="{FF2B5EF4-FFF2-40B4-BE49-F238E27FC236}">
                <a16:creationId xmlns:a16="http://schemas.microsoft.com/office/drawing/2014/main" id="{9F81EF9F-DE04-4CC4-AF58-81A6CFEDAAD8}"/>
              </a:ext>
            </a:extLst>
          </p:cNvPr>
          <p:cNvSpPr>
            <a:spLocks xmlns:a="http://schemas.openxmlformats.org/drawingml/2006/main" noGrp="1"/>
          </p:cNvSpPr>
          <p:nvPr/>
        </p:nvSpPr>
        <p:spPr>
          <a:xfrm xmlns:a="http://schemas.openxmlformats.org/drawingml/2006/main">
            <a:off x="4343400" y="4480560"/>
            <a:ext cx="7223760" cy="1280160"/>
          </a:xfrm>
          <a:prstGeom xmlns:a="http://schemas.openxmlformats.org/drawingml/2006/main" prst="roundRect">
            <a:avLst>
              <a:gd name="adj" fmla="val 5714"/>
            </a:avLst>
          </a:prstGeom>
          <a:solidFill xmlns:a="http://schemas.openxmlformats.org/drawingml/2006/main">
            <a:srgbClr val="F3E6D2"/>
          </a:solidFill>
        </p:spPr>
      </p:sp>
      <p:sp>
        <p:nvSpPr>
          <p:cNvPr id="39" name="Text 37">
            <a:extLst xmlns:a="http://schemas.openxmlformats.org/drawingml/2006/main">
              <a:ext uri="{FF2B5EF4-FFF2-40B4-BE49-F238E27FC236}">
                <a16:creationId xmlns:a16="http://schemas.microsoft.com/office/drawing/2014/main" id="{784D1038-EEB2-4C71-AF49-4F61D05B357D}"/>
              </a:ext>
            </a:extLst>
          </p:cNvPr>
          <p:cNvSpPr>
            <a:spLocks xmlns:a="http://schemas.openxmlformats.org/drawingml/2006/main" noGrp="1"/>
          </p:cNvSpPr>
          <p:nvPr/>
        </p:nvSpPr>
        <p:spPr>
          <a:xfrm xmlns:a="http://schemas.openxmlformats.org/drawingml/2006/main">
            <a:off x="4572000" y="461772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F8C82"/>
                </a:solidFill>
                <a:latin typeface="맑은 고딕"/>
                <a:ea typeface="맑은 고딕"/>
                <a:cs typeface="맑은 고딕"/>
              </a:rPr>
              <a:t>Unity 화면 검수</a:t>
            </a:r>
            <a:endParaRPr sz="1250"/>
          </a:p>
        </p:txBody>
      </p:sp>
      <p:sp>
        <p:nvSpPr>
          <p:cNvPr id="40" name="Text 38">
            <a:extLst xmlns:a="http://schemas.openxmlformats.org/drawingml/2006/main">
              <a:ext uri="{FF2B5EF4-FFF2-40B4-BE49-F238E27FC236}">
                <a16:creationId xmlns:a16="http://schemas.microsoft.com/office/drawing/2014/main" id="{285E4520-C326-4567-8814-C12D03766E57}"/>
              </a:ext>
            </a:extLst>
          </p:cNvPr>
          <p:cNvSpPr>
            <a:spLocks xmlns:a="http://schemas.openxmlformats.org/drawingml/2006/main" noGrp="1"/>
          </p:cNvSpPr>
          <p:nvPr/>
        </p:nvSpPr>
        <p:spPr>
          <a:xfrm xmlns:a="http://schemas.openxmlformats.org/drawingml/2006/main">
            <a:off x="4572000" y="4892040"/>
            <a:ext cx="676656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5000"/>
              </a:lnSpc>
              <a:buNone/>
            </a:pPr>
            <a:r>
              <a:rPr sz="1150">
                <a:solidFill>
                  <a:srgbClr val="6B4A32"/>
                </a:solidFill>
                <a:latin typeface="맑은 고딕"/>
                <a:ea typeface="맑은 고딕"/>
                <a:cs typeface="맑은 고딕"/>
              </a:rPr>
              <a:t>대형 원본을 투명 PNG로 후처리한 뒤 최종 크기에서 외곽선·피벗·필터·가독성을 확인합니다.</a:t>
            </a:r>
            <a:endParaRPr sz="1150"/>
          </a:p>
        </p:txBody>
      </p:sp>
      <p:sp>
        <p:nvSpPr>
          <p:cNvPr id="41" name="Shape 39">
            <a:extLst xmlns:a="http://schemas.openxmlformats.org/drawingml/2006/main">
              <a:ext uri="{FF2B5EF4-FFF2-40B4-BE49-F238E27FC236}">
                <a16:creationId xmlns:a16="http://schemas.microsoft.com/office/drawing/2014/main" id="{D033273F-5258-4005-9FFC-78B0DCAA5ABD}"/>
              </a:ext>
            </a:extLst>
          </p:cNvPr>
          <p:cNvSpPr>
            <a:spLocks xmlns:a="http://schemas.openxmlformats.org/drawingml/2006/main" noGrp="1"/>
          </p:cNvSpPr>
          <p:nvPr/>
        </p:nvSpPr>
        <p:spPr>
          <a:xfrm xmlns:a="http://schemas.openxmlformats.org/drawingml/2006/main">
            <a:off x="548640" y="5870448"/>
            <a:ext cx="11109960" cy="566928"/>
          </a:xfrm>
          <a:prstGeom xmlns:a="http://schemas.openxmlformats.org/drawingml/2006/main" prst="roundRect">
            <a:avLst>
              <a:gd name="adj" fmla="val 9677"/>
            </a:avLst>
          </a:prstGeom>
          <a:solidFill xmlns:a="http://schemas.openxmlformats.org/drawingml/2006/main">
            <a:srgbClr val="3D2B1F"/>
          </a:solidFill>
        </p:spPr>
      </p:sp>
      <p:sp>
        <p:nvSpPr>
          <p:cNvPr id="42" name="Text 40">
            <a:extLst xmlns:a="http://schemas.openxmlformats.org/drawingml/2006/main">
              <a:ext uri="{FF2B5EF4-FFF2-40B4-BE49-F238E27FC236}">
                <a16:creationId xmlns:a16="http://schemas.microsoft.com/office/drawing/2014/main" id="{62D59E3F-2E39-4345-9229-7FD81282351E}"/>
              </a:ext>
            </a:extLst>
          </p:cNvPr>
          <p:cNvSpPr>
            <a:spLocks xmlns:a="http://schemas.openxmlformats.org/drawingml/2006/main" noGrp="1"/>
          </p:cNvSpPr>
          <p:nvPr/>
        </p:nvSpPr>
        <p:spPr>
          <a:xfrm xmlns:a="http://schemas.openxmlformats.org/drawingml/2006/main">
            <a:off x="777240" y="5870448"/>
            <a:ext cx="1065276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F7ECDA"/>
                </a:solidFill>
                <a:latin typeface="맑은 고딕"/>
                <a:ea typeface="맑은 고딕"/>
                <a:cs typeface="맑은 고딕"/>
              </a:rPr>
              <a:t>AI 활용은 생성, 후처리 기준 설정, Unity 검수까지 개발자가 통제하는 과정입니다.</a:t>
            </a:r>
            <a:endParaRPr sz="1150"/>
          </a:p>
        </p:txBody>
      </p:sp>
      <p:sp>
        <p:nvSpPr>
          <p:cNvPr id="43" name="Text 41">
            <a:extLst xmlns:a="http://schemas.openxmlformats.org/drawingml/2006/main">
              <a:ext uri="{FF2B5EF4-FFF2-40B4-BE49-F238E27FC236}">
                <a16:creationId xmlns:a16="http://schemas.microsoft.com/office/drawing/2014/main" id="{56528630-089E-4461-9DD5-E6DA268128C9}"/>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44" name="Text 42">
            <a:extLst xmlns:a="http://schemas.openxmlformats.org/drawingml/2006/main">
              <a:ext uri="{FF2B5EF4-FFF2-40B4-BE49-F238E27FC236}">
                <a16:creationId xmlns:a16="http://schemas.microsoft.com/office/drawing/2014/main" id="{FA6EEEF4-8A2E-4F41-B2E4-B2DD6E4F25E2}"/>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8</a:t>
            </a:r>
            <a:endParaRPr sz="900"/>
          </a:p>
        </p:txBody>
      </p:sp>
    </p:spTree>
    <p:extLst>
      <p:ext uri="{BB962C8B-B14F-4D97-AF65-F5344CB8AC3E}">
        <p14:creationId xmlns:p14="http://schemas.microsoft.com/office/powerpoint/2010/main" val="765799364"/>
      </p:ext>
    </p:extLst>
  </p:cSld>
</p:sld>
</file>

<file path=ppt/slides/slide9.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097794-8FCB-4BC1-B58F-4BE11E317598}"/>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COLLABORATION</a:t>
            </a:r>
            <a:endParaRPr sz="1200"/>
          </a:p>
        </p:txBody>
      </p:sp>
      <p:sp>
        <p:nvSpPr>
          <p:cNvPr id="3" name="Text 1">
            <a:extLst xmlns:a="http://schemas.openxmlformats.org/drawingml/2006/main">
              <a:ext uri="{FF2B5EF4-FFF2-40B4-BE49-F238E27FC236}">
                <a16:creationId xmlns:a16="http://schemas.microsoft.com/office/drawing/2014/main" id="{D491A897-554F-478E-8392-31BE9E9AE519}"/>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에이전트 작업 규칙과 검수·수정 체계</a:t>
            </a:r>
            <a:endParaRPr sz="2900"/>
          </a:p>
        </p:txBody>
      </p:sp>
      <p:sp>
        <p:nvSpPr>
          <p:cNvPr id="4" name="Shape 2">
            <a:extLst xmlns:a="http://schemas.openxmlformats.org/drawingml/2006/main">
              <a:ext uri="{FF2B5EF4-FFF2-40B4-BE49-F238E27FC236}">
                <a16:creationId xmlns:a16="http://schemas.microsoft.com/office/drawing/2014/main" id="{F426C2F9-E8E6-4248-B5B0-FD30BE3661CE}"/>
              </a:ext>
            </a:extLst>
          </p:cNvPr>
          <p:cNvSpPr>
            <a:spLocks xmlns:a="http://schemas.openxmlformats.org/drawingml/2006/main" noGrp="1"/>
          </p:cNvSpPr>
          <p:nvPr/>
        </p:nvSpPr>
        <p:spPr>
          <a:xfrm xmlns:a="http://schemas.openxmlformats.org/drawingml/2006/main">
            <a:off x="548640" y="1554480"/>
            <a:ext cx="11109960" cy="502920"/>
          </a:xfrm>
          <a:prstGeom xmlns:a="http://schemas.openxmlformats.org/drawingml/2006/main" prst="roundRect">
            <a:avLst>
              <a:gd name="adj" fmla="val 10909"/>
            </a:avLst>
          </a:prstGeom>
          <a:solidFill xmlns:a="http://schemas.openxmlformats.org/drawingml/2006/main">
            <a:srgbClr val="F0DCC0"/>
          </a:solidFill>
        </p:spPr>
      </p:sp>
      <p:sp>
        <p:nvSpPr>
          <p:cNvPr id="5" name="Text 3">
            <a:extLst xmlns:a="http://schemas.openxmlformats.org/drawingml/2006/main">
              <a:ext uri="{FF2B5EF4-FFF2-40B4-BE49-F238E27FC236}">
                <a16:creationId xmlns:a16="http://schemas.microsoft.com/office/drawing/2014/main" id="{94A04FDF-9405-455C-833E-9EFF8F268CA1}"/>
              </a:ext>
            </a:extLst>
          </p:cNvPr>
          <p:cNvSpPr>
            <a:spLocks xmlns:a="http://schemas.openxmlformats.org/drawingml/2006/main" noGrp="1"/>
          </p:cNvSpPr>
          <p:nvPr/>
        </p:nvSpPr>
        <p:spPr>
          <a:xfrm xmlns:a="http://schemas.openxmlformats.org/drawingml/2006/main">
            <a:off x="777240" y="1554480"/>
            <a:ext cx="1065276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AGENTS.md는 작업량(Capacity), ignore 경로, 변경 범위와 검증 기준을 먼저 고정하는 운영 계약입니다.</a:t>
            </a:r>
            <a:endParaRPr sz="1250"/>
          </a:p>
        </p:txBody>
      </p:sp>
      <p:sp>
        <p:nvSpPr>
          <p:cNvPr id="6" name="Shape 4">
            <a:extLst xmlns:a="http://schemas.openxmlformats.org/drawingml/2006/main">
              <a:ext uri="{FF2B5EF4-FFF2-40B4-BE49-F238E27FC236}">
                <a16:creationId xmlns:a16="http://schemas.microsoft.com/office/drawing/2014/main" id="{53505154-2BB6-4C17-9794-2E0D6F00E7EF}"/>
              </a:ext>
            </a:extLst>
          </p:cNvPr>
          <p:cNvSpPr>
            <a:spLocks xmlns:a="http://schemas.openxmlformats.org/drawingml/2006/main" noGrp="1"/>
          </p:cNvSpPr>
          <p:nvPr/>
        </p:nvSpPr>
        <p:spPr>
          <a:xfrm xmlns:a="http://schemas.openxmlformats.org/drawingml/2006/main">
            <a:off x="548640" y="2286000"/>
            <a:ext cx="3611880" cy="365760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4D5BE"/>
            </a:solidFill>
            <a:prstDash val="solid"/>
          </a:ln>
        </p:spPr>
      </p:sp>
      <p:sp>
        <p:nvSpPr>
          <p:cNvPr id="7" name="Shape 5">
            <a:extLst xmlns:a="http://schemas.openxmlformats.org/drawingml/2006/main">
              <a:ext uri="{FF2B5EF4-FFF2-40B4-BE49-F238E27FC236}">
                <a16:creationId xmlns:a16="http://schemas.microsoft.com/office/drawing/2014/main" id="{E6603405-6CB5-47CC-B07A-B8DE5CA2A301}"/>
              </a:ext>
            </a:extLst>
          </p:cNvPr>
          <p:cNvSpPr>
            <a:spLocks xmlns:a="http://schemas.openxmlformats.org/drawingml/2006/main" noGrp="1"/>
          </p:cNvSpPr>
          <p:nvPr/>
        </p:nvSpPr>
        <p:spPr>
          <a:xfrm xmlns:a="http://schemas.openxmlformats.org/drawingml/2006/main">
            <a:off x="731520" y="2468880"/>
            <a:ext cx="3246120" cy="457200"/>
          </a:xfrm>
          <a:prstGeom xmlns:a="http://schemas.openxmlformats.org/drawingml/2006/main" prst="roundRect">
            <a:avLst>
              <a:gd name="adj" fmla="val 12000"/>
            </a:avLst>
          </a:prstGeom>
          <a:solidFill xmlns:a="http://schemas.openxmlformats.org/drawingml/2006/main">
            <a:srgbClr val="D97B3F"/>
          </a:solidFill>
        </p:spPr>
      </p:sp>
      <p:sp>
        <p:nvSpPr>
          <p:cNvPr id="8" name="Text 6">
            <a:extLst xmlns:a="http://schemas.openxmlformats.org/drawingml/2006/main">
              <a:ext uri="{FF2B5EF4-FFF2-40B4-BE49-F238E27FC236}">
                <a16:creationId xmlns:a16="http://schemas.microsoft.com/office/drawing/2014/main" id="{EBFCEBC3-D2BF-4584-A3B3-575BEF92EB82}"/>
              </a:ext>
            </a:extLst>
          </p:cNvPr>
          <p:cNvSpPr>
            <a:spLocks xmlns:a="http://schemas.openxmlformats.org/drawingml/2006/main" noGrp="1"/>
          </p:cNvSpPr>
          <p:nvPr/>
        </p:nvSpPr>
        <p:spPr>
          <a:xfrm xmlns:a="http://schemas.openxmlformats.org/drawingml/2006/main">
            <a:off x="731520" y="2468880"/>
            <a:ext cx="32461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7ECDA"/>
                </a:solidFill>
                <a:latin typeface="맑은 고딕"/>
                <a:ea typeface="맑은 고딕"/>
                <a:cs typeface="맑은 고딕"/>
              </a:rPr>
              <a:t>작업 컨텍스트</a:t>
            </a:r>
            <a:endParaRPr sz="1300"/>
          </a:p>
        </p:txBody>
      </p:sp>
      <p:sp>
        <p:nvSpPr>
          <p:cNvPr id="9" name="Shape 7">
            <a:extLst xmlns:a="http://schemas.openxmlformats.org/drawingml/2006/main">
              <a:ext uri="{FF2B5EF4-FFF2-40B4-BE49-F238E27FC236}">
                <a16:creationId xmlns:a16="http://schemas.microsoft.com/office/drawing/2014/main" id="{69567406-428A-4AF2-B2AF-FE2E40979C84}"/>
              </a:ext>
            </a:extLst>
          </p:cNvPr>
          <p:cNvSpPr>
            <a:spLocks xmlns:a="http://schemas.openxmlformats.org/drawingml/2006/main" noGrp="1"/>
          </p:cNvSpPr>
          <p:nvPr/>
        </p:nvSpPr>
        <p:spPr>
          <a:xfrm xmlns:a="http://schemas.openxmlformats.org/drawingml/2006/main">
            <a:off x="777240" y="3200400"/>
            <a:ext cx="91440" cy="91440"/>
          </a:xfrm>
          <a:prstGeom xmlns:a="http://schemas.openxmlformats.org/drawingml/2006/main" prst="ellipse">
            <a:avLst/>
          </a:prstGeom>
          <a:solidFill xmlns:a="http://schemas.openxmlformats.org/drawingml/2006/main">
            <a:srgbClr val="D97B3F"/>
          </a:solidFill>
        </p:spPr>
      </p:sp>
      <p:sp>
        <p:nvSpPr>
          <p:cNvPr id="10" name="Text 8">
            <a:extLst xmlns:a="http://schemas.openxmlformats.org/drawingml/2006/main">
              <a:ext uri="{FF2B5EF4-FFF2-40B4-BE49-F238E27FC236}">
                <a16:creationId xmlns:a16="http://schemas.microsoft.com/office/drawing/2014/main" id="{ECF1888F-62CE-4D68-900D-B9E1F2E1C12A}"/>
              </a:ext>
            </a:extLst>
          </p:cNvPr>
          <p:cNvSpPr>
            <a:spLocks xmlns:a="http://schemas.openxmlformats.org/drawingml/2006/main" noGrp="1"/>
          </p:cNvSpPr>
          <p:nvPr/>
        </p:nvSpPr>
        <p:spPr>
          <a:xfrm xmlns:a="http://schemas.openxmlformats.org/drawingml/2006/main">
            <a:off x="960120" y="3081528"/>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요청을 Capacity 안의 목적 단위로 분리</a:t>
            </a:r>
            <a:endParaRPr sz="1150"/>
          </a:p>
        </p:txBody>
      </p:sp>
      <p:sp>
        <p:nvSpPr>
          <p:cNvPr id="11" name="Shape 9">
            <a:extLst xmlns:a="http://schemas.openxmlformats.org/drawingml/2006/main">
              <a:ext uri="{FF2B5EF4-FFF2-40B4-BE49-F238E27FC236}">
                <a16:creationId xmlns:a16="http://schemas.microsoft.com/office/drawing/2014/main" id="{4DCBCC33-586F-4D62-AD69-C74433F98049}"/>
              </a:ext>
            </a:extLst>
          </p:cNvPr>
          <p:cNvSpPr>
            <a:spLocks xmlns:a="http://schemas.openxmlformats.org/drawingml/2006/main" noGrp="1"/>
          </p:cNvSpPr>
          <p:nvPr/>
        </p:nvSpPr>
        <p:spPr>
          <a:xfrm xmlns:a="http://schemas.openxmlformats.org/drawingml/2006/main">
            <a:off x="777240" y="4041648"/>
            <a:ext cx="91440" cy="91440"/>
          </a:xfrm>
          <a:prstGeom xmlns:a="http://schemas.openxmlformats.org/drawingml/2006/main" prst="ellipse">
            <a:avLst/>
          </a:prstGeom>
          <a:solidFill xmlns:a="http://schemas.openxmlformats.org/drawingml/2006/main">
            <a:srgbClr val="D97B3F"/>
          </a:solidFill>
        </p:spPr>
      </p:sp>
      <p:sp>
        <p:nvSpPr>
          <p:cNvPr id="12" name="Text 10">
            <a:extLst xmlns:a="http://schemas.openxmlformats.org/drawingml/2006/main">
              <a:ext uri="{FF2B5EF4-FFF2-40B4-BE49-F238E27FC236}">
                <a16:creationId xmlns:a16="http://schemas.microsoft.com/office/drawing/2014/main" id="{8B014749-86D0-4BA1-8E5E-2B138D888FD3}"/>
              </a:ext>
            </a:extLst>
          </p:cNvPr>
          <p:cNvSpPr>
            <a:spLocks xmlns:a="http://schemas.openxmlformats.org/drawingml/2006/main" noGrp="1"/>
          </p:cNvSpPr>
          <p:nvPr/>
        </p:nvSpPr>
        <p:spPr>
          <a:xfrm xmlns:a="http://schemas.openxmlformats.org/drawingml/2006/main">
            <a:off x="960120" y="3922776"/>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캐시·생성물 등 ignore 항목을 보존</a:t>
            </a:r>
            <a:endParaRPr sz="1150"/>
          </a:p>
        </p:txBody>
      </p:sp>
      <p:sp>
        <p:nvSpPr>
          <p:cNvPr id="13" name="Shape 11">
            <a:extLst xmlns:a="http://schemas.openxmlformats.org/drawingml/2006/main">
              <a:ext uri="{FF2B5EF4-FFF2-40B4-BE49-F238E27FC236}">
                <a16:creationId xmlns:a16="http://schemas.microsoft.com/office/drawing/2014/main" id="{FE462019-36AF-4981-BD12-315A5BF979BA}"/>
              </a:ext>
            </a:extLst>
          </p:cNvPr>
          <p:cNvSpPr>
            <a:spLocks xmlns:a="http://schemas.openxmlformats.org/drawingml/2006/main" noGrp="1"/>
          </p:cNvSpPr>
          <p:nvPr/>
        </p:nvSpPr>
        <p:spPr>
          <a:xfrm xmlns:a="http://schemas.openxmlformats.org/drawingml/2006/main">
            <a:off x="777240" y="4882896"/>
            <a:ext cx="91440" cy="91440"/>
          </a:xfrm>
          <a:prstGeom xmlns:a="http://schemas.openxmlformats.org/drawingml/2006/main" prst="ellipse">
            <a:avLst/>
          </a:prstGeom>
          <a:solidFill xmlns:a="http://schemas.openxmlformats.org/drawingml/2006/main">
            <a:srgbClr val="D97B3F"/>
          </a:solidFill>
        </p:spPr>
      </p:sp>
      <p:sp>
        <p:nvSpPr>
          <p:cNvPr id="14" name="Text 12">
            <a:extLst xmlns:a="http://schemas.openxmlformats.org/drawingml/2006/main">
              <a:ext uri="{FF2B5EF4-FFF2-40B4-BE49-F238E27FC236}">
                <a16:creationId xmlns:a16="http://schemas.microsoft.com/office/drawing/2014/main" id="{9794F8B8-5A4C-4BA6-B215-E1726E123FD2}"/>
              </a:ext>
            </a:extLst>
          </p:cNvPr>
          <p:cNvSpPr>
            <a:spLocks xmlns:a="http://schemas.openxmlformats.org/drawingml/2006/main" noGrp="1"/>
          </p:cNvSpPr>
          <p:nvPr/>
        </p:nvSpPr>
        <p:spPr>
          <a:xfrm xmlns:a="http://schemas.openxmlformats.org/drawingml/2006/main">
            <a:off x="960120" y="4764024"/>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전제·가정·제약을 시작 전에 명시</a:t>
            </a:r>
            <a:endParaRPr sz="1150"/>
          </a:p>
        </p:txBody>
      </p:sp>
      <p:sp>
        <p:nvSpPr>
          <p:cNvPr id="15" name="Shape 13">
            <a:extLst xmlns:a="http://schemas.openxmlformats.org/drawingml/2006/main">
              <a:ext uri="{FF2B5EF4-FFF2-40B4-BE49-F238E27FC236}">
                <a16:creationId xmlns:a16="http://schemas.microsoft.com/office/drawing/2014/main" id="{F10E428F-2C83-48FF-B4BE-9A04F6A9265F}"/>
              </a:ext>
            </a:extLst>
          </p:cNvPr>
          <p:cNvSpPr>
            <a:spLocks xmlns:a="http://schemas.openxmlformats.org/drawingml/2006/main" noGrp="1"/>
          </p:cNvSpPr>
          <p:nvPr/>
        </p:nvSpPr>
        <p:spPr>
          <a:xfrm xmlns:a="http://schemas.openxmlformats.org/drawingml/2006/main">
            <a:off x="4297680" y="2286000"/>
            <a:ext cx="3611880" cy="365760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4D5BE"/>
            </a:solidFill>
            <a:prstDash val="solid"/>
          </a:ln>
        </p:spPr>
      </p:sp>
      <p:sp>
        <p:nvSpPr>
          <p:cNvPr id="16" name="Shape 14">
            <a:extLst xmlns:a="http://schemas.openxmlformats.org/drawingml/2006/main">
              <a:ext uri="{FF2B5EF4-FFF2-40B4-BE49-F238E27FC236}">
                <a16:creationId xmlns:a16="http://schemas.microsoft.com/office/drawing/2014/main" id="{90B84742-4FB4-4040-BA39-165560170481}"/>
              </a:ext>
            </a:extLst>
          </p:cNvPr>
          <p:cNvSpPr>
            <a:spLocks xmlns:a="http://schemas.openxmlformats.org/drawingml/2006/main" noGrp="1"/>
          </p:cNvSpPr>
          <p:nvPr/>
        </p:nvSpPr>
        <p:spPr>
          <a:xfrm xmlns:a="http://schemas.openxmlformats.org/drawingml/2006/main">
            <a:off x="4480560" y="2468880"/>
            <a:ext cx="3246120" cy="457200"/>
          </a:xfrm>
          <a:prstGeom xmlns:a="http://schemas.openxmlformats.org/drawingml/2006/main" prst="roundRect">
            <a:avLst>
              <a:gd name="adj" fmla="val 12000"/>
            </a:avLst>
          </a:prstGeom>
          <a:solidFill xmlns:a="http://schemas.openxmlformats.org/drawingml/2006/main">
            <a:srgbClr val="D97B3F"/>
          </a:solidFill>
        </p:spPr>
      </p:sp>
      <p:sp>
        <p:nvSpPr>
          <p:cNvPr id="17" name="Text 15">
            <a:extLst xmlns:a="http://schemas.openxmlformats.org/drawingml/2006/main">
              <a:ext uri="{FF2B5EF4-FFF2-40B4-BE49-F238E27FC236}">
                <a16:creationId xmlns:a16="http://schemas.microsoft.com/office/drawing/2014/main" id="{C2254924-5426-42B2-8591-6DDBB008A74E}"/>
              </a:ext>
            </a:extLst>
          </p:cNvPr>
          <p:cNvSpPr>
            <a:spLocks xmlns:a="http://schemas.openxmlformats.org/drawingml/2006/main" noGrp="1"/>
          </p:cNvSpPr>
          <p:nvPr/>
        </p:nvSpPr>
        <p:spPr>
          <a:xfrm xmlns:a="http://schemas.openxmlformats.org/drawingml/2006/main">
            <a:off x="4480560" y="2468880"/>
            <a:ext cx="32461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7ECDA"/>
                </a:solidFill>
                <a:latin typeface="맑은 고딕"/>
                <a:ea typeface="맑은 고딕"/>
                <a:cs typeface="맑은 고딕"/>
              </a:rPr>
              <a:t>프롬프트·구현 원칙</a:t>
            </a:r>
            <a:endParaRPr sz="1300"/>
          </a:p>
        </p:txBody>
      </p:sp>
      <p:sp>
        <p:nvSpPr>
          <p:cNvPr id="18" name="Shape 16">
            <a:extLst xmlns:a="http://schemas.openxmlformats.org/drawingml/2006/main">
              <a:ext uri="{FF2B5EF4-FFF2-40B4-BE49-F238E27FC236}">
                <a16:creationId xmlns:a16="http://schemas.microsoft.com/office/drawing/2014/main" id="{F0EEE2AE-BD81-444E-BF72-38BC0FA6E565}"/>
              </a:ext>
            </a:extLst>
          </p:cNvPr>
          <p:cNvSpPr>
            <a:spLocks xmlns:a="http://schemas.openxmlformats.org/drawingml/2006/main" noGrp="1"/>
          </p:cNvSpPr>
          <p:nvPr/>
        </p:nvSpPr>
        <p:spPr>
          <a:xfrm xmlns:a="http://schemas.openxmlformats.org/drawingml/2006/main">
            <a:off x="4526280" y="3200400"/>
            <a:ext cx="91440" cy="91440"/>
          </a:xfrm>
          <a:prstGeom xmlns:a="http://schemas.openxmlformats.org/drawingml/2006/main" prst="ellipse">
            <a:avLst/>
          </a:prstGeom>
          <a:solidFill xmlns:a="http://schemas.openxmlformats.org/drawingml/2006/main">
            <a:srgbClr val="D97B3F"/>
          </a:solidFill>
        </p:spPr>
      </p:sp>
      <p:sp>
        <p:nvSpPr>
          <p:cNvPr id="19" name="Text 17">
            <a:extLst xmlns:a="http://schemas.openxmlformats.org/drawingml/2006/main">
              <a:ext uri="{FF2B5EF4-FFF2-40B4-BE49-F238E27FC236}">
                <a16:creationId xmlns:a16="http://schemas.microsoft.com/office/drawing/2014/main" id="{08B28DDA-D43A-4551-8101-BDAF6F5A348F}"/>
              </a:ext>
            </a:extLst>
          </p:cNvPr>
          <p:cNvSpPr>
            <a:spLocks xmlns:a="http://schemas.openxmlformats.org/drawingml/2006/main" noGrp="1"/>
          </p:cNvSpPr>
          <p:nvPr/>
        </p:nvSpPr>
        <p:spPr>
          <a:xfrm xmlns:a="http://schemas.openxmlformats.org/drawingml/2006/main">
            <a:off x="4709160" y="3081528"/>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과정보다 원하는 결과와 완료 기준을 먼저 제시</a:t>
            </a:r>
            <a:endParaRPr sz="1150"/>
          </a:p>
        </p:txBody>
      </p:sp>
      <p:sp>
        <p:nvSpPr>
          <p:cNvPr id="20" name="Shape 18">
            <a:extLst xmlns:a="http://schemas.openxmlformats.org/drawingml/2006/main">
              <a:ext uri="{FF2B5EF4-FFF2-40B4-BE49-F238E27FC236}">
                <a16:creationId xmlns:a16="http://schemas.microsoft.com/office/drawing/2014/main" id="{1242A540-EB06-49CA-84E4-36662FA732AA}"/>
              </a:ext>
            </a:extLst>
          </p:cNvPr>
          <p:cNvSpPr>
            <a:spLocks xmlns:a="http://schemas.openxmlformats.org/drawingml/2006/main" noGrp="1"/>
          </p:cNvSpPr>
          <p:nvPr/>
        </p:nvSpPr>
        <p:spPr>
          <a:xfrm xmlns:a="http://schemas.openxmlformats.org/drawingml/2006/main">
            <a:off x="4526280" y="4041648"/>
            <a:ext cx="91440" cy="91440"/>
          </a:xfrm>
          <a:prstGeom xmlns:a="http://schemas.openxmlformats.org/drawingml/2006/main" prst="ellipse">
            <a:avLst/>
          </a:prstGeom>
          <a:solidFill xmlns:a="http://schemas.openxmlformats.org/drawingml/2006/main">
            <a:srgbClr val="D97B3F"/>
          </a:solidFill>
        </p:spPr>
      </p:sp>
      <p:sp>
        <p:nvSpPr>
          <p:cNvPr id="21" name="Text 19">
            <a:extLst xmlns:a="http://schemas.openxmlformats.org/drawingml/2006/main">
              <a:ext uri="{FF2B5EF4-FFF2-40B4-BE49-F238E27FC236}">
                <a16:creationId xmlns:a16="http://schemas.microsoft.com/office/drawing/2014/main" id="{B74A1FA0-12D9-4357-AEFF-5DFA743D82EE}"/>
              </a:ext>
            </a:extLst>
          </p:cNvPr>
          <p:cNvSpPr>
            <a:spLocks xmlns:a="http://schemas.openxmlformats.org/drawingml/2006/main" noGrp="1"/>
          </p:cNvSpPr>
          <p:nvPr/>
        </p:nvSpPr>
        <p:spPr>
          <a:xfrm xmlns:a="http://schemas.openxmlformats.org/drawingml/2006/main">
            <a:off x="4709160" y="3922776"/>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요청 범위를 벗어난 기능을 추가하지 않음</a:t>
            </a:r>
            <a:endParaRPr sz="1150"/>
          </a:p>
        </p:txBody>
      </p:sp>
      <p:sp>
        <p:nvSpPr>
          <p:cNvPr id="22" name="Shape 20">
            <a:extLst xmlns:a="http://schemas.openxmlformats.org/drawingml/2006/main">
              <a:ext uri="{FF2B5EF4-FFF2-40B4-BE49-F238E27FC236}">
                <a16:creationId xmlns:a16="http://schemas.microsoft.com/office/drawing/2014/main" id="{209EBC27-7732-4692-AB99-F07C321D574F}"/>
              </a:ext>
            </a:extLst>
          </p:cNvPr>
          <p:cNvSpPr>
            <a:spLocks xmlns:a="http://schemas.openxmlformats.org/drawingml/2006/main" noGrp="1"/>
          </p:cNvSpPr>
          <p:nvPr/>
        </p:nvSpPr>
        <p:spPr>
          <a:xfrm xmlns:a="http://schemas.openxmlformats.org/drawingml/2006/main">
            <a:off x="4526280" y="4882896"/>
            <a:ext cx="91440" cy="91440"/>
          </a:xfrm>
          <a:prstGeom xmlns:a="http://schemas.openxmlformats.org/drawingml/2006/main" prst="ellipse">
            <a:avLst/>
          </a:prstGeom>
          <a:solidFill xmlns:a="http://schemas.openxmlformats.org/drawingml/2006/main">
            <a:srgbClr val="D97B3F"/>
          </a:solidFill>
        </p:spPr>
      </p:sp>
      <p:sp>
        <p:nvSpPr>
          <p:cNvPr id="23" name="Text 21">
            <a:extLst xmlns:a="http://schemas.openxmlformats.org/drawingml/2006/main">
              <a:ext uri="{FF2B5EF4-FFF2-40B4-BE49-F238E27FC236}">
                <a16:creationId xmlns:a16="http://schemas.microsoft.com/office/drawing/2014/main" id="{FC1A6C76-A11E-49CC-8276-10908FD94672}"/>
              </a:ext>
            </a:extLst>
          </p:cNvPr>
          <p:cNvSpPr>
            <a:spLocks xmlns:a="http://schemas.openxmlformats.org/drawingml/2006/main" noGrp="1"/>
          </p:cNvSpPr>
          <p:nvPr/>
        </p:nvSpPr>
        <p:spPr>
          <a:xfrm xmlns:a="http://schemas.openxmlformats.org/drawingml/2006/main">
            <a:off x="4709160" y="4764024"/>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코드 파운데이션과 기존 규칙 안에서 작성</a:t>
            </a:r>
            <a:endParaRPr sz="1150"/>
          </a:p>
        </p:txBody>
      </p:sp>
      <p:sp>
        <p:nvSpPr>
          <p:cNvPr id="24" name="Shape 22">
            <a:extLst xmlns:a="http://schemas.openxmlformats.org/drawingml/2006/main">
              <a:ext uri="{FF2B5EF4-FFF2-40B4-BE49-F238E27FC236}">
                <a16:creationId xmlns:a16="http://schemas.microsoft.com/office/drawing/2014/main" id="{66498E27-C4BA-4FF4-8D09-1743BA024830}"/>
              </a:ext>
            </a:extLst>
          </p:cNvPr>
          <p:cNvSpPr>
            <a:spLocks xmlns:a="http://schemas.openxmlformats.org/drawingml/2006/main" noGrp="1"/>
          </p:cNvSpPr>
          <p:nvPr/>
        </p:nvSpPr>
        <p:spPr>
          <a:xfrm xmlns:a="http://schemas.openxmlformats.org/drawingml/2006/main">
            <a:off x="8046720" y="2286000"/>
            <a:ext cx="3611880" cy="365760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4D5BE"/>
            </a:solidFill>
            <a:prstDash val="solid"/>
          </a:ln>
        </p:spPr>
      </p:sp>
      <p:sp>
        <p:nvSpPr>
          <p:cNvPr id="25" name="Shape 23">
            <a:extLst xmlns:a="http://schemas.openxmlformats.org/drawingml/2006/main">
              <a:ext uri="{FF2B5EF4-FFF2-40B4-BE49-F238E27FC236}">
                <a16:creationId xmlns:a16="http://schemas.microsoft.com/office/drawing/2014/main" id="{6BC274F4-4F98-40E8-82E8-46F06E5EF857}"/>
              </a:ext>
            </a:extLst>
          </p:cNvPr>
          <p:cNvSpPr>
            <a:spLocks xmlns:a="http://schemas.openxmlformats.org/drawingml/2006/main" noGrp="1"/>
          </p:cNvSpPr>
          <p:nvPr/>
        </p:nvSpPr>
        <p:spPr>
          <a:xfrm xmlns:a="http://schemas.openxmlformats.org/drawingml/2006/main">
            <a:off x="8229600" y="2468880"/>
            <a:ext cx="3246120" cy="457200"/>
          </a:xfrm>
          <a:prstGeom xmlns:a="http://schemas.openxmlformats.org/drawingml/2006/main" prst="roundRect">
            <a:avLst>
              <a:gd name="adj" fmla="val 12000"/>
            </a:avLst>
          </a:prstGeom>
          <a:solidFill xmlns:a="http://schemas.openxmlformats.org/drawingml/2006/main">
            <a:srgbClr val="D97B3F"/>
          </a:solidFill>
        </p:spPr>
      </p:sp>
      <p:sp>
        <p:nvSpPr>
          <p:cNvPr id="26" name="Text 24">
            <a:extLst xmlns:a="http://schemas.openxmlformats.org/drawingml/2006/main">
              <a:ext uri="{FF2B5EF4-FFF2-40B4-BE49-F238E27FC236}">
                <a16:creationId xmlns:a16="http://schemas.microsoft.com/office/drawing/2014/main" id="{50DDFCFC-D856-49E2-9685-C994D1F3DB6B}"/>
              </a:ext>
            </a:extLst>
          </p:cNvPr>
          <p:cNvSpPr>
            <a:spLocks xmlns:a="http://schemas.openxmlformats.org/drawingml/2006/main" noGrp="1"/>
          </p:cNvSpPr>
          <p:nvPr/>
        </p:nvSpPr>
        <p:spPr>
          <a:xfrm xmlns:a="http://schemas.openxmlformats.org/drawingml/2006/main">
            <a:off x="8229600" y="2468880"/>
            <a:ext cx="32461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7ECDA"/>
                </a:solidFill>
                <a:latin typeface="맑은 고딕"/>
                <a:ea typeface="맑은 고딕"/>
                <a:cs typeface="맑은 고딕"/>
              </a:rPr>
              <a:t>검수·수정 원칙</a:t>
            </a:r>
            <a:endParaRPr sz="1300"/>
          </a:p>
        </p:txBody>
      </p:sp>
      <p:sp>
        <p:nvSpPr>
          <p:cNvPr id="27" name="Shape 25">
            <a:extLst xmlns:a="http://schemas.openxmlformats.org/drawingml/2006/main">
              <a:ext uri="{FF2B5EF4-FFF2-40B4-BE49-F238E27FC236}">
                <a16:creationId xmlns:a16="http://schemas.microsoft.com/office/drawing/2014/main" id="{06170A44-AD45-4F89-9CBB-BECBCE0B02A5}"/>
              </a:ext>
            </a:extLst>
          </p:cNvPr>
          <p:cNvSpPr>
            <a:spLocks xmlns:a="http://schemas.openxmlformats.org/drawingml/2006/main" noGrp="1"/>
          </p:cNvSpPr>
          <p:nvPr/>
        </p:nvSpPr>
        <p:spPr>
          <a:xfrm xmlns:a="http://schemas.openxmlformats.org/drawingml/2006/main">
            <a:off x="8275320" y="3200400"/>
            <a:ext cx="91440" cy="91440"/>
          </a:xfrm>
          <a:prstGeom xmlns:a="http://schemas.openxmlformats.org/drawingml/2006/main" prst="ellipse">
            <a:avLst/>
          </a:prstGeom>
          <a:solidFill xmlns:a="http://schemas.openxmlformats.org/drawingml/2006/main">
            <a:srgbClr val="D97B3F"/>
          </a:solidFill>
        </p:spPr>
      </p:sp>
      <p:sp>
        <p:nvSpPr>
          <p:cNvPr id="28" name="Text 26">
            <a:extLst xmlns:a="http://schemas.openxmlformats.org/drawingml/2006/main">
              <a:ext uri="{FF2B5EF4-FFF2-40B4-BE49-F238E27FC236}">
                <a16:creationId xmlns:a16="http://schemas.microsoft.com/office/drawing/2014/main" id="{26AD48A5-28F2-491F-B466-ACA19C580BBA}"/>
              </a:ext>
            </a:extLst>
          </p:cNvPr>
          <p:cNvSpPr>
            <a:spLocks xmlns:a="http://schemas.openxmlformats.org/drawingml/2006/main" noGrp="1"/>
          </p:cNvSpPr>
          <p:nvPr/>
        </p:nvSpPr>
        <p:spPr>
          <a:xfrm xmlns:a="http://schemas.openxmlformats.org/drawingml/2006/main">
            <a:off x="8458200" y="3081528"/>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초안→검수→수정의 반복으로 품질 확보</a:t>
            </a:r>
            <a:endParaRPr sz="1150"/>
          </a:p>
        </p:txBody>
      </p:sp>
      <p:sp>
        <p:nvSpPr>
          <p:cNvPr id="29" name="Shape 27">
            <a:extLst xmlns:a="http://schemas.openxmlformats.org/drawingml/2006/main">
              <a:ext uri="{FF2B5EF4-FFF2-40B4-BE49-F238E27FC236}">
                <a16:creationId xmlns:a16="http://schemas.microsoft.com/office/drawing/2014/main" id="{A3CF5C47-F9B7-4CB0-AE5A-FC098AEAD0E7}"/>
              </a:ext>
            </a:extLst>
          </p:cNvPr>
          <p:cNvSpPr>
            <a:spLocks xmlns:a="http://schemas.openxmlformats.org/drawingml/2006/main" noGrp="1"/>
          </p:cNvSpPr>
          <p:nvPr/>
        </p:nvSpPr>
        <p:spPr>
          <a:xfrm xmlns:a="http://schemas.openxmlformats.org/drawingml/2006/main">
            <a:off x="8275320" y="4041648"/>
            <a:ext cx="91440" cy="91440"/>
          </a:xfrm>
          <a:prstGeom xmlns:a="http://schemas.openxmlformats.org/drawingml/2006/main" prst="ellipse">
            <a:avLst/>
          </a:prstGeom>
          <a:solidFill xmlns:a="http://schemas.openxmlformats.org/drawingml/2006/main">
            <a:srgbClr val="D97B3F"/>
          </a:solidFill>
        </p:spPr>
      </p:sp>
      <p:sp>
        <p:nvSpPr>
          <p:cNvPr id="30" name="Text 28">
            <a:extLst xmlns:a="http://schemas.openxmlformats.org/drawingml/2006/main">
              <a:ext uri="{FF2B5EF4-FFF2-40B4-BE49-F238E27FC236}">
                <a16:creationId xmlns:a16="http://schemas.microsoft.com/office/drawing/2014/main" id="{66506C82-0AC0-455D-B510-C0A5D3629C08}"/>
              </a:ext>
            </a:extLst>
          </p:cNvPr>
          <p:cNvSpPr>
            <a:spLocks xmlns:a="http://schemas.openxmlformats.org/drawingml/2006/main" noGrp="1"/>
          </p:cNvSpPr>
          <p:nvPr/>
        </p:nvSpPr>
        <p:spPr>
          <a:xfrm xmlns:a="http://schemas.openxmlformats.org/drawingml/2006/main">
            <a:off x="8458200" y="3922776"/>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테스트·Editor 상태·시각 결과로 검증</a:t>
            </a:r>
            <a:endParaRPr sz="1150"/>
          </a:p>
        </p:txBody>
      </p:sp>
      <p:sp>
        <p:nvSpPr>
          <p:cNvPr id="31" name="Shape 29">
            <a:extLst xmlns:a="http://schemas.openxmlformats.org/drawingml/2006/main">
              <a:ext uri="{FF2B5EF4-FFF2-40B4-BE49-F238E27FC236}">
                <a16:creationId xmlns:a16="http://schemas.microsoft.com/office/drawing/2014/main" id="{5ABCC8AA-22F8-4496-B41E-A1EBC56EC4E6}"/>
              </a:ext>
            </a:extLst>
          </p:cNvPr>
          <p:cNvSpPr>
            <a:spLocks xmlns:a="http://schemas.openxmlformats.org/drawingml/2006/main" noGrp="1"/>
          </p:cNvSpPr>
          <p:nvPr/>
        </p:nvSpPr>
        <p:spPr>
          <a:xfrm xmlns:a="http://schemas.openxmlformats.org/drawingml/2006/main">
            <a:off x="8275320" y="4882896"/>
            <a:ext cx="91440" cy="91440"/>
          </a:xfrm>
          <a:prstGeom xmlns:a="http://schemas.openxmlformats.org/drawingml/2006/main" prst="ellipse">
            <a:avLst/>
          </a:prstGeom>
          <a:solidFill xmlns:a="http://schemas.openxmlformats.org/drawingml/2006/main">
            <a:srgbClr val="D97B3F"/>
          </a:solidFill>
        </p:spPr>
      </p:sp>
      <p:sp>
        <p:nvSpPr>
          <p:cNvPr id="32" name="Text 30">
            <a:extLst xmlns:a="http://schemas.openxmlformats.org/drawingml/2006/main">
              <a:ext uri="{FF2B5EF4-FFF2-40B4-BE49-F238E27FC236}">
                <a16:creationId xmlns:a16="http://schemas.microsoft.com/office/drawing/2014/main" id="{89E84E8A-4072-4D2D-B240-539B199E9FC3}"/>
              </a:ext>
            </a:extLst>
          </p:cNvPr>
          <p:cNvSpPr>
            <a:spLocks xmlns:a="http://schemas.openxmlformats.org/drawingml/2006/main" noGrp="1"/>
          </p:cNvSpPr>
          <p:nvPr/>
        </p:nvSpPr>
        <p:spPr>
          <a:xfrm xmlns:a="http://schemas.openxmlformats.org/drawingml/2006/main">
            <a:off x="8458200" y="4764024"/>
            <a:ext cx="30175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0000"/>
              </a:lnSpc>
              <a:buNone/>
            </a:pPr>
            <a:r>
              <a:rPr sz="1150">
                <a:solidFill>
                  <a:srgbClr val="3D2B1F"/>
                </a:solidFill>
                <a:latin typeface="맑은 고딕"/>
                <a:ea typeface="맑은 고딕"/>
                <a:cs typeface="맑은 고딕"/>
              </a:rPr>
              <a:t>변경을 목적 단위로 구분해 기록</a:t>
            </a:r>
            <a:endParaRPr sz="1150"/>
          </a:p>
        </p:txBody>
      </p:sp>
      <p:sp>
        <p:nvSpPr>
          <p:cNvPr id="33" name="Text 31">
            <a:extLst xmlns:a="http://schemas.openxmlformats.org/drawingml/2006/main">
              <a:ext uri="{FF2B5EF4-FFF2-40B4-BE49-F238E27FC236}">
                <a16:creationId xmlns:a16="http://schemas.microsoft.com/office/drawing/2014/main" id="{F2FE343B-8E34-4E2C-9F4C-D095667A71FE}"/>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34" name="Text 32">
            <a:extLst xmlns:a="http://schemas.openxmlformats.org/drawingml/2006/main">
              <a:ext uri="{FF2B5EF4-FFF2-40B4-BE49-F238E27FC236}">
                <a16:creationId xmlns:a16="http://schemas.microsoft.com/office/drawing/2014/main" id="{A0C654C7-DD6D-46E4-9EF8-B0AF4D6EB96B}"/>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9</a:t>
            </a:r>
            <a:endParaRPr sz="900"/>
          </a:p>
        </p:txBody>
      </p:sp>
    </p:spTree>
    <p:extLst>
      <p:ext uri="{BB962C8B-B14F-4D97-AF65-F5344CB8AC3E}">
        <p14:creationId xmlns:p14="http://schemas.microsoft.com/office/powerpoint/2010/main" val="1014220600"/>
      </p:ext>
    </p:extLst>
  </p:cSld>
</p:sld>
</file>

<file path=ppt/slides/slide10.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340D74-D748-49D0-94C8-BD42DA1F092D}"/>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AI WORKFLOW</a:t>
            </a:r>
            <a:endParaRPr sz="1200"/>
          </a:p>
        </p:txBody>
      </p:sp>
      <p:sp>
        <p:nvSpPr>
          <p:cNvPr id="3" name="Text 1">
            <a:extLst xmlns:a="http://schemas.openxmlformats.org/drawingml/2006/main">
              <a:ext uri="{FF2B5EF4-FFF2-40B4-BE49-F238E27FC236}">
                <a16:creationId xmlns:a16="http://schemas.microsoft.com/office/drawing/2014/main" id="{4B6CADE2-AF61-44CB-AF2B-5A05DD2391DA}"/>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에디터·그래프 기반 AI 업무 분담</a:t>
            </a:r>
            <a:endParaRPr sz="2900"/>
          </a:p>
        </p:txBody>
      </p:sp>
      <p:sp>
        <p:nvSpPr>
          <p:cNvPr id="4" name="Shape 2">
            <a:extLst xmlns:a="http://schemas.openxmlformats.org/drawingml/2006/main">
              <a:ext uri="{FF2B5EF4-FFF2-40B4-BE49-F238E27FC236}">
                <a16:creationId xmlns:a16="http://schemas.microsoft.com/office/drawing/2014/main" id="{432CD88F-F72E-4C07-ACE1-96A17F2ED85B}"/>
              </a:ext>
            </a:extLst>
          </p:cNvPr>
          <p:cNvSpPr>
            <a:spLocks xmlns:a="http://schemas.openxmlformats.org/drawingml/2006/main" noGrp="1"/>
          </p:cNvSpPr>
          <p:nvPr/>
        </p:nvSpPr>
        <p:spPr>
          <a:xfrm xmlns:a="http://schemas.openxmlformats.org/drawingml/2006/main">
            <a:off x="548640" y="1572768"/>
            <a:ext cx="5349240" cy="4160520"/>
          </a:xfrm>
          <a:prstGeom xmlns:a="http://schemas.openxmlformats.org/drawingml/2006/main" prst="roundRect">
            <a:avLst>
              <a:gd name="adj" fmla="val 1758"/>
            </a:avLst>
          </a:prstGeom>
          <a:solidFill xmlns:a="http://schemas.openxmlformats.org/drawingml/2006/main">
            <a:srgbClr val="F3E6D2"/>
          </a:solidFill>
        </p:spPr>
      </p:sp>
      <p:sp>
        <p:nvSpPr>
          <p:cNvPr id="5" name="Text 3">
            <a:extLst xmlns:a="http://schemas.openxmlformats.org/drawingml/2006/main">
              <a:ext uri="{FF2B5EF4-FFF2-40B4-BE49-F238E27FC236}">
                <a16:creationId xmlns:a16="http://schemas.microsoft.com/office/drawing/2014/main" id="{4C0F8D45-D0E6-478B-B5F6-5227C0118594}"/>
              </a:ext>
            </a:extLst>
          </p:cNvPr>
          <p:cNvSpPr>
            <a:spLocks xmlns:a="http://schemas.openxmlformats.org/drawingml/2006/main" noGrp="1"/>
          </p:cNvSpPr>
          <p:nvPr/>
        </p:nvSpPr>
        <p:spPr>
          <a:xfrm xmlns:a="http://schemas.openxmlformats.org/drawingml/2006/main">
            <a:off x="822960" y="1755648"/>
            <a:ext cx="4800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3F8C82"/>
                </a:solidFill>
                <a:latin typeface="맑은 고딕"/>
                <a:ea typeface="맑은 고딕"/>
                <a:cs typeface="맑은 고딕"/>
              </a:rPr>
              <a:t>Graphify · AI 맥락</a:t>
            </a:r>
            <a:endParaRPr sz="1700"/>
          </a:p>
        </p:txBody>
      </p:sp>
      <p:sp>
        <p:nvSpPr>
          <p:cNvPr id="6" name="Text 4">
            <a:extLst xmlns:a="http://schemas.openxmlformats.org/drawingml/2006/main">
              <a:ext uri="{FF2B5EF4-FFF2-40B4-BE49-F238E27FC236}">
                <a16:creationId xmlns:a16="http://schemas.microsoft.com/office/drawing/2014/main" id="{B42293D8-BC7B-4534-B8FE-67900E6FB517}"/>
              </a:ext>
            </a:extLst>
          </p:cNvPr>
          <p:cNvSpPr>
            <a:spLocks xmlns:a="http://schemas.openxmlformats.org/drawingml/2006/main" noGrp="1"/>
          </p:cNvSpPr>
          <p:nvPr/>
        </p:nvSpPr>
        <p:spPr>
          <a:xfrm xmlns:a="http://schemas.openxmlformats.org/drawingml/2006/main">
            <a:off x="822960" y="2212848"/>
            <a:ext cx="1371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변경 전</a:t>
            </a:r>
            <a:endParaRPr sz="1050"/>
          </a:p>
        </p:txBody>
      </p:sp>
      <p:sp>
        <p:nvSpPr>
          <p:cNvPr id="7" name="Text 5">
            <a:extLst xmlns:a="http://schemas.openxmlformats.org/drawingml/2006/main">
              <a:ext uri="{FF2B5EF4-FFF2-40B4-BE49-F238E27FC236}">
                <a16:creationId xmlns:a16="http://schemas.microsoft.com/office/drawing/2014/main" id="{ED1DB642-4246-4298-A8AF-86D7F5153E3F}"/>
              </a:ext>
            </a:extLst>
          </p:cNvPr>
          <p:cNvSpPr>
            <a:spLocks xmlns:a="http://schemas.openxmlformats.org/drawingml/2006/main" noGrp="1"/>
          </p:cNvSpPr>
          <p:nvPr/>
        </p:nvSpPr>
        <p:spPr>
          <a:xfrm xmlns:a="http://schemas.openxmlformats.org/drawingml/2006/main">
            <a:off x="2194560" y="2212848"/>
            <a:ext cx="3520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연결 파일·규칙을 먼저 확인</a:t>
            </a:r>
            <a:endParaRPr sz="1150"/>
          </a:p>
        </p:txBody>
      </p:sp>
      <p:sp>
        <p:nvSpPr>
          <p:cNvPr id="8" name="Text 6">
            <a:extLst xmlns:a="http://schemas.openxmlformats.org/drawingml/2006/main">
              <a:ext uri="{FF2B5EF4-FFF2-40B4-BE49-F238E27FC236}">
                <a16:creationId xmlns:a16="http://schemas.microsoft.com/office/drawing/2014/main" id="{96101324-F39A-4EB5-9647-BC77324570F2}"/>
              </a:ext>
            </a:extLst>
          </p:cNvPr>
          <p:cNvSpPr>
            <a:spLocks xmlns:a="http://schemas.openxmlformats.org/drawingml/2006/main" noGrp="1"/>
          </p:cNvSpPr>
          <p:nvPr/>
        </p:nvSpPr>
        <p:spPr>
          <a:xfrm xmlns:a="http://schemas.openxmlformats.org/drawingml/2006/main">
            <a:off x="822960" y="2542032"/>
            <a:ext cx="1371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AI 담당</a:t>
            </a:r>
            <a:endParaRPr sz="1050"/>
          </a:p>
        </p:txBody>
      </p:sp>
      <p:sp>
        <p:nvSpPr>
          <p:cNvPr id="9" name="Text 7">
            <a:extLst xmlns:a="http://schemas.openxmlformats.org/drawingml/2006/main">
              <a:ext uri="{FF2B5EF4-FFF2-40B4-BE49-F238E27FC236}">
                <a16:creationId xmlns:a16="http://schemas.microsoft.com/office/drawing/2014/main" id="{165C8297-E78D-4963-B30B-C7F7118B245C}"/>
              </a:ext>
            </a:extLst>
          </p:cNvPr>
          <p:cNvSpPr>
            <a:spLocks xmlns:a="http://schemas.openxmlformats.org/drawingml/2006/main" noGrp="1"/>
          </p:cNvSpPr>
          <p:nvPr/>
        </p:nvSpPr>
        <p:spPr>
          <a:xfrm xmlns:a="http://schemas.openxmlformats.org/drawingml/2006/main">
            <a:off x="2194560" y="2542032"/>
            <a:ext cx="3520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확인한 맥락에서 최소 변경안 작성</a:t>
            </a:r>
            <a:endParaRPr sz="1150"/>
          </a:p>
        </p:txBody>
      </p:sp>
      <p:sp>
        <p:nvSpPr>
          <p:cNvPr id="10" name="Text 8">
            <a:extLst xmlns:a="http://schemas.openxmlformats.org/drawingml/2006/main">
              <a:ext uri="{FF2B5EF4-FFF2-40B4-BE49-F238E27FC236}">
                <a16:creationId xmlns:a16="http://schemas.microsoft.com/office/drawing/2014/main" id="{9A8E4D26-58A2-4022-9192-821088834B38}"/>
              </a:ext>
            </a:extLst>
          </p:cNvPr>
          <p:cNvSpPr>
            <a:spLocks xmlns:a="http://schemas.openxmlformats.org/drawingml/2006/main" noGrp="1"/>
          </p:cNvSpPr>
          <p:nvPr/>
        </p:nvSpPr>
        <p:spPr>
          <a:xfrm xmlns:a="http://schemas.openxmlformats.org/drawingml/2006/main">
            <a:off x="822960" y="2871216"/>
            <a:ext cx="1371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변경 후</a:t>
            </a:r>
            <a:endParaRPr sz="1050"/>
          </a:p>
        </p:txBody>
      </p:sp>
      <p:sp>
        <p:nvSpPr>
          <p:cNvPr id="11" name="Text 9">
            <a:extLst xmlns:a="http://schemas.openxmlformats.org/drawingml/2006/main">
              <a:ext uri="{FF2B5EF4-FFF2-40B4-BE49-F238E27FC236}">
                <a16:creationId xmlns:a16="http://schemas.microsoft.com/office/drawing/2014/main" id="{F80954FB-0AC3-4598-96AB-74A37F3CAC69}"/>
              </a:ext>
            </a:extLst>
          </p:cNvPr>
          <p:cNvSpPr>
            <a:spLocks xmlns:a="http://schemas.openxmlformats.org/drawingml/2006/main" noGrp="1"/>
          </p:cNvSpPr>
          <p:nvPr/>
        </p:nvSpPr>
        <p:spPr>
          <a:xfrm xmlns:a="http://schemas.openxmlformats.org/drawingml/2006/main">
            <a:off x="2194560" y="2871216"/>
            <a:ext cx="3520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update로 AST 관계를 갱신</a:t>
            </a:r>
            <a:endParaRPr sz="1150"/>
          </a:p>
        </p:txBody>
      </p:sp>
      <p:sp>
        <p:nvSpPr>
          <p:cNvPr id="12" name="Text 10">
            <a:extLst xmlns:a="http://schemas.openxmlformats.org/drawingml/2006/main">
              <a:ext uri="{FF2B5EF4-FFF2-40B4-BE49-F238E27FC236}">
                <a16:creationId xmlns:a16="http://schemas.microsoft.com/office/drawing/2014/main" id="{BEF6DE25-1D39-4FF6-85FC-261FC6E8C6A4}"/>
              </a:ext>
            </a:extLst>
          </p:cNvPr>
          <p:cNvSpPr>
            <a:spLocks xmlns:a="http://schemas.openxmlformats.org/drawingml/2006/main" noGrp="1"/>
          </p:cNvSpPr>
          <p:nvPr/>
        </p:nvSpPr>
        <p:spPr>
          <a:xfrm xmlns:a="http://schemas.openxmlformats.org/drawingml/2006/main">
            <a:off x="822960" y="3200400"/>
            <a:ext cx="1371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8C7355"/>
                </a:solidFill>
                <a:latin typeface="맑은 고딕"/>
                <a:ea typeface="맑은 고딕"/>
                <a:cs typeface="맑은 고딕"/>
              </a:rPr>
              <a:t>효과</a:t>
            </a:r>
            <a:endParaRPr sz="1050"/>
          </a:p>
        </p:txBody>
      </p:sp>
      <p:sp>
        <p:nvSpPr>
          <p:cNvPr id="13" name="Text 11">
            <a:extLst xmlns:a="http://schemas.openxmlformats.org/drawingml/2006/main">
              <a:ext uri="{FF2B5EF4-FFF2-40B4-BE49-F238E27FC236}">
                <a16:creationId xmlns:a16="http://schemas.microsoft.com/office/drawing/2014/main" id="{4745509B-A0F9-4231-B238-E934505218B0}"/>
              </a:ext>
            </a:extLst>
          </p:cNvPr>
          <p:cNvSpPr>
            <a:spLocks xmlns:a="http://schemas.openxmlformats.org/drawingml/2006/main" noGrp="1"/>
          </p:cNvSpPr>
          <p:nvPr/>
        </p:nvSpPr>
        <p:spPr>
          <a:xfrm xmlns:a="http://schemas.openxmlformats.org/drawingml/2006/main">
            <a:off x="2194560" y="3200400"/>
            <a:ext cx="3520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3D2B1F"/>
                </a:solidFill>
                <a:latin typeface="맑은 고딕"/>
                <a:ea typeface="맑은 고딕"/>
                <a:cs typeface="맑은 고딕"/>
              </a:rPr>
              <a:t>다음 요청에도 같은 구조와 규칙을 재사용</a:t>
            </a:r>
            <a:endParaRPr sz="1150"/>
          </a:p>
        </p:txBody>
      </p:sp>
      <p:sp>
        <p:nvSpPr>
          <p:cNvPr id="14" name="Text 12">
            <a:extLst xmlns:a="http://schemas.openxmlformats.org/drawingml/2006/main">
              <a:ext uri="{FF2B5EF4-FFF2-40B4-BE49-F238E27FC236}">
                <a16:creationId xmlns:a16="http://schemas.microsoft.com/office/drawing/2014/main" id="{34B7E4F7-2578-4CFA-9A2A-C1DB4C48233C}"/>
              </a:ext>
            </a:extLst>
          </p:cNvPr>
          <p:cNvSpPr>
            <a:spLocks xmlns:a="http://schemas.openxmlformats.org/drawingml/2006/main" noGrp="1"/>
          </p:cNvSpPr>
          <p:nvPr/>
        </p:nvSpPr>
        <p:spPr>
          <a:xfrm xmlns:a="http://schemas.openxmlformats.org/drawingml/2006/main">
            <a:off x="822960" y="3584448"/>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핵심 역할</a:t>
            </a:r>
            <a:endParaRPr sz="1200"/>
          </a:p>
        </p:txBody>
      </p:sp>
      <p:sp>
        <p:nvSpPr>
          <p:cNvPr id="15" name="Text 13">
            <a:extLst xmlns:a="http://schemas.openxmlformats.org/drawingml/2006/main">
              <a:ext uri="{FF2B5EF4-FFF2-40B4-BE49-F238E27FC236}">
                <a16:creationId xmlns:a16="http://schemas.microsoft.com/office/drawing/2014/main" id="{827990E2-2E8D-431C-BD43-B528BDBA68CD}"/>
              </a:ext>
            </a:extLst>
          </p:cNvPr>
          <p:cNvSpPr>
            <a:spLocks xmlns:a="http://schemas.openxmlformats.org/drawingml/2006/main" noGrp="1"/>
          </p:cNvSpPr>
          <p:nvPr/>
        </p:nvSpPr>
        <p:spPr>
          <a:xfrm xmlns:a="http://schemas.openxmlformats.org/drawingml/2006/main">
            <a:off x="822960" y="3858768"/>
            <a:ext cx="480060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100">
                <a:solidFill>
                  <a:srgbClr val="6B4A32"/>
                </a:solidFill>
                <a:latin typeface="맑은 고딕"/>
                <a:ea typeface="맑은 고딕"/>
                <a:cs typeface="맑은 고딕"/>
              </a:rPr>
              <a:t>AI는 추측 대신 그래프의 실제 연결을 근거로 작업합니다. 변경 전에는 영향 범위를 확인하고, 변경 후에는 관계 정보를 갱신합니다.</a:t>
            </a:r>
            <a:endParaRPr sz="1100"/>
          </a:p>
        </p:txBody>
      </p:sp>
      <p:sp>
        <p:nvSpPr>
          <p:cNvPr id="16" name="Shape 14">
            <a:extLst xmlns:a="http://schemas.openxmlformats.org/drawingml/2006/main">
              <a:ext uri="{FF2B5EF4-FFF2-40B4-BE49-F238E27FC236}">
                <a16:creationId xmlns:a16="http://schemas.microsoft.com/office/drawing/2014/main" id="{6FCAD2A5-60F6-4C6E-94CD-2E2CF79A4F4C}"/>
              </a:ext>
            </a:extLst>
          </p:cNvPr>
          <p:cNvSpPr>
            <a:spLocks xmlns:a="http://schemas.openxmlformats.org/drawingml/2006/main" noGrp="1"/>
          </p:cNvSpPr>
          <p:nvPr/>
        </p:nvSpPr>
        <p:spPr>
          <a:xfrm xmlns:a="http://schemas.openxmlformats.org/drawingml/2006/main">
            <a:off x="6263640" y="1572768"/>
            <a:ext cx="5349240" cy="4160520"/>
          </a:xfrm>
          <a:prstGeom xmlns:a="http://schemas.openxmlformats.org/drawingml/2006/main" prst="roundRect">
            <a:avLst>
              <a:gd name="adj" fmla="val 1758"/>
            </a:avLst>
          </a:prstGeom>
          <a:solidFill xmlns:a="http://schemas.openxmlformats.org/drawingml/2006/main">
            <a:srgbClr val="F3E6D2"/>
          </a:solidFill>
        </p:spPr>
      </p:sp>
      <p:sp>
        <p:nvSpPr>
          <p:cNvPr id="17" name="Text 15">
            <a:extLst xmlns:a="http://schemas.openxmlformats.org/drawingml/2006/main">
              <a:ext uri="{FF2B5EF4-FFF2-40B4-BE49-F238E27FC236}">
                <a16:creationId xmlns:a16="http://schemas.microsoft.com/office/drawing/2014/main" id="{54276DDB-6589-4976-B847-5B55D51DF4A5}"/>
              </a:ext>
            </a:extLst>
          </p:cNvPr>
          <p:cNvSpPr>
            <a:spLocks xmlns:a="http://schemas.openxmlformats.org/drawingml/2006/main" noGrp="1"/>
          </p:cNvSpPr>
          <p:nvPr/>
        </p:nvSpPr>
        <p:spPr>
          <a:xfrm xmlns:a="http://schemas.openxmlformats.org/drawingml/2006/main">
            <a:off x="6537960" y="1755648"/>
            <a:ext cx="4800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3F8C82"/>
                </a:solidFill>
                <a:latin typeface="맑은 고딕"/>
                <a:ea typeface="맑은 고딕"/>
                <a:cs typeface="맑은 고딕"/>
              </a:rPr>
              <a:t>Unity Editor · 반영·검수</a:t>
            </a:r>
            <a:endParaRPr sz="1700"/>
          </a:p>
        </p:txBody>
      </p:sp>
      <p:sp>
        <p:nvSpPr>
          <p:cNvPr id="18" name="Text 16">
            <a:extLst xmlns:a="http://schemas.openxmlformats.org/drawingml/2006/main">
              <a:ext uri="{FF2B5EF4-FFF2-40B4-BE49-F238E27FC236}">
                <a16:creationId xmlns:a16="http://schemas.microsoft.com/office/drawing/2014/main" id="{0CDB8D3C-ADCB-4ED9-89AD-7C3FABF70ABE}"/>
              </a:ext>
            </a:extLst>
          </p:cNvPr>
          <p:cNvSpPr>
            <a:spLocks xmlns:a="http://schemas.openxmlformats.org/drawingml/2006/main" noGrp="1"/>
          </p:cNvSpPr>
          <p:nvPr/>
        </p:nvSpPr>
        <p:spPr>
          <a:xfrm xmlns:a="http://schemas.openxmlformats.org/drawingml/2006/main">
            <a:off x="6537960" y="2212848"/>
            <a:ext cx="480060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B4A32"/>
                </a:solidFill>
                <a:latin typeface="맑은 고딕"/>
                <a:ea typeface="맑은 고딕"/>
                <a:cs typeface="맑은 고딕"/>
              </a:rPr>
              <a:t>레이아웃 에디터로 UI 위치·크기·가이드를 확인해 AI 작업 기준을 고정합니다.</a:t>
            </a:r>
            <a:endParaRPr sz="1100"/>
          </a:p>
        </p:txBody>
      </p:sp>
      <p:sp>
        <p:nvSpPr>
          <p:cNvPr id="19" name="Text 17">
            <a:extLst xmlns:a="http://schemas.openxmlformats.org/drawingml/2006/main">
              <a:ext uri="{FF2B5EF4-FFF2-40B4-BE49-F238E27FC236}">
                <a16:creationId xmlns:a16="http://schemas.microsoft.com/office/drawing/2014/main" id="{198DEDEE-2279-48A5-890C-B0958A2F43F7}"/>
              </a:ext>
            </a:extLst>
          </p:cNvPr>
          <p:cNvSpPr>
            <a:spLocks xmlns:a="http://schemas.openxmlformats.org/drawingml/2006/main" noGrp="1"/>
          </p:cNvSpPr>
          <p:nvPr/>
        </p:nvSpPr>
        <p:spPr>
          <a:xfrm xmlns:a="http://schemas.openxmlformats.org/drawingml/2006/main">
            <a:off x="6537960" y="28346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AI·도구 분담</a:t>
            </a:r>
            <a:endParaRPr sz="1200"/>
          </a:p>
        </p:txBody>
      </p:sp>
      <p:sp>
        <p:nvSpPr>
          <p:cNvPr id="20" name="Text 18">
            <a:extLst xmlns:a="http://schemas.openxmlformats.org/drawingml/2006/main">
              <a:ext uri="{FF2B5EF4-FFF2-40B4-BE49-F238E27FC236}">
                <a16:creationId xmlns:a16="http://schemas.microsoft.com/office/drawing/2014/main" id="{C867D7AB-27B7-4666-9B5A-FC6F179A1142}"/>
              </a:ext>
            </a:extLst>
          </p:cNvPr>
          <p:cNvSpPr>
            <a:spLocks xmlns:a="http://schemas.openxmlformats.org/drawingml/2006/main" noGrp="1"/>
          </p:cNvSpPr>
          <p:nvPr/>
        </p:nvSpPr>
        <p:spPr>
          <a:xfrm xmlns:a="http://schemas.openxmlformats.org/drawingml/2006/main">
            <a:off x="6537960" y="3108960"/>
            <a:ext cx="4800600" cy="1371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5000"/>
              </a:lnSpc>
              <a:buNone/>
            </a:pPr>
            <a:r>
              <a:rPr sz="1150">
                <a:solidFill>
                  <a:srgbClr val="6B4A32"/>
                </a:solidFill>
                <a:latin typeface="맑은 고딕"/>
                <a:ea typeface="맑은 고딕"/>
                <a:cs typeface="맑은 고딕"/>
              </a:rPr>
              <a:t>MCP: GameObject·Prefab·UI 구조 탐색과 배치</a:t>
            </a:r>
            <a:endParaRPr sz="1150"/>
          </a:p>
          <a:p xmlns:a="http://schemas.openxmlformats.org/drawingml/2006/main">
            <a:pPr marL="0" indent="0">
              <a:lnSpc>
                <a:spcPct val="135000"/>
              </a:lnSpc>
              <a:buNone/>
            </a:pPr>
            <a:r>
              <a:rPr sz="1150">
                <a:solidFill>
                  <a:srgbClr val="6B4A32"/>
                </a:solidFill>
                <a:latin typeface="맑은 고딕"/>
                <a:ea typeface="맑은 고딕"/>
                <a:cs typeface="맑은 고딕"/>
              </a:rPr>
              <a:t>CLI: 컴파일·콘솔·플레이·테스트 빠른 확인</a:t>
            </a:r>
            <a:endParaRPr sz="1150"/>
          </a:p>
          <a:p xmlns:a="http://schemas.openxmlformats.org/drawingml/2006/main">
            <a:pPr marL="0" indent="0">
              <a:lnSpc>
                <a:spcPct val="135000"/>
              </a:lnSpc>
              <a:buNone/>
            </a:pPr>
            <a:r>
              <a:rPr sz="1150">
                <a:solidFill>
                  <a:srgbClr val="6B4A32"/>
                </a:solidFill>
                <a:latin typeface="맑은 고딕"/>
                <a:ea typeface="맑은 고딕"/>
                <a:cs typeface="맑은 고딕"/>
              </a:rPr>
              <a:t>개발자: Game·Scene View에서 시각 결과 승인</a:t>
            </a:r>
            <a:endParaRPr sz="1150"/>
          </a:p>
        </p:txBody>
      </p:sp>
      <p:sp>
        <p:nvSpPr>
          <p:cNvPr id="21" name="Shape 19">
            <a:extLst xmlns:a="http://schemas.openxmlformats.org/drawingml/2006/main">
              <a:ext uri="{FF2B5EF4-FFF2-40B4-BE49-F238E27FC236}">
                <a16:creationId xmlns:a16="http://schemas.microsoft.com/office/drawing/2014/main" id="{144C8A41-8CB6-484D-9E7A-0C87B49CB16D}"/>
              </a:ext>
            </a:extLst>
          </p:cNvPr>
          <p:cNvSpPr>
            <a:spLocks xmlns:a="http://schemas.openxmlformats.org/drawingml/2006/main" noGrp="1"/>
          </p:cNvSpPr>
          <p:nvPr/>
        </p:nvSpPr>
        <p:spPr>
          <a:xfrm xmlns:a="http://schemas.openxmlformats.org/drawingml/2006/main">
            <a:off x="548640" y="5870448"/>
            <a:ext cx="11109960" cy="548640"/>
          </a:xfrm>
          <a:prstGeom xmlns:a="http://schemas.openxmlformats.org/drawingml/2006/main" prst="roundRect">
            <a:avLst>
              <a:gd name="adj" fmla="val 10000"/>
            </a:avLst>
          </a:prstGeom>
          <a:solidFill xmlns:a="http://schemas.openxmlformats.org/drawingml/2006/main">
            <a:srgbClr val="3D2B1F"/>
          </a:solidFill>
        </p:spPr>
      </p:sp>
      <p:sp>
        <p:nvSpPr>
          <p:cNvPr id="22" name="Text 20">
            <a:extLst xmlns:a="http://schemas.openxmlformats.org/drawingml/2006/main">
              <a:ext uri="{FF2B5EF4-FFF2-40B4-BE49-F238E27FC236}">
                <a16:creationId xmlns:a16="http://schemas.microsoft.com/office/drawing/2014/main" id="{9C45AE9A-1EFB-4B7A-88EF-30EBDDC98225}"/>
              </a:ext>
            </a:extLst>
          </p:cNvPr>
          <p:cNvSpPr>
            <a:spLocks xmlns:a="http://schemas.openxmlformats.org/drawingml/2006/main" noGrp="1"/>
          </p:cNvSpPr>
          <p:nvPr/>
        </p:nvSpPr>
        <p:spPr>
          <a:xfrm xmlns:a="http://schemas.openxmlformats.org/drawingml/2006/main">
            <a:off x="777240" y="5870448"/>
            <a:ext cx="106527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F7ECDA"/>
                </a:solidFill>
                <a:latin typeface="맑은 고딕"/>
                <a:ea typeface="맑은 고딕"/>
                <a:cs typeface="맑은 고딕"/>
              </a:rPr>
              <a:t>개발자가 기준과 최종 시각 승인을 맡고, AI는 그래프 조사와 에디터 반영을 보조합니다. 도구 전환 전에는 컴파일·저장 완료를 확인합니다.</a:t>
            </a:r>
            <a:endParaRPr sz="1150"/>
          </a:p>
        </p:txBody>
      </p:sp>
      <p:sp>
        <p:nvSpPr>
          <p:cNvPr id="23" name="Text 21">
            <a:extLst xmlns:a="http://schemas.openxmlformats.org/drawingml/2006/main">
              <a:ext uri="{FF2B5EF4-FFF2-40B4-BE49-F238E27FC236}">
                <a16:creationId xmlns:a16="http://schemas.microsoft.com/office/drawing/2014/main" id="{898DB7DB-AA63-4BFD-81EB-EED815BFC9A7}"/>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24" name="Text 22">
            <a:extLst xmlns:a="http://schemas.openxmlformats.org/drawingml/2006/main">
              <a:ext uri="{FF2B5EF4-FFF2-40B4-BE49-F238E27FC236}">
                <a16:creationId xmlns:a16="http://schemas.microsoft.com/office/drawing/2014/main" id="{D784360B-A238-45BE-A7DB-1A71D04FCB4B}"/>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10</a:t>
            </a:r>
            <a:endParaRPr sz="900"/>
          </a:p>
        </p:txBody>
      </p:sp>
    </p:spTree>
    <p:extLst>
      <p:ext uri="{BB962C8B-B14F-4D97-AF65-F5344CB8AC3E}">
        <p14:creationId xmlns:p14="http://schemas.microsoft.com/office/powerpoint/2010/main" val="357089033"/>
      </p:ext>
    </p:extLst>
  </p:cSld>
</p:sld>
</file>

<file path=ppt/slides/slide11.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29FC8E-02FA-40EE-8D49-4C5A5208DA41}"/>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7A7267"/>
                </a:solidFill>
                <a:latin typeface="맑은 고딕"/>
                <a:ea typeface="맑은 고딕"/>
                <a:cs typeface="맑은 고딕"/>
              </a:rPr>
              <a:t>UI LAYOUT · 구성 기준</a:t>
            </a:r>
            <a:endParaRPr sz="1200"/>
          </a:p>
        </p:txBody>
      </p:sp>
      <p:sp>
        <p:nvSpPr>
          <p:cNvPr id="3" name="Text 1">
            <a:extLst xmlns:a="http://schemas.openxmlformats.org/drawingml/2006/main">
              <a:ext uri="{FF2B5EF4-FFF2-40B4-BE49-F238E27FC236}">
                <a16:creationId xmlns:a16="http://schemas.microsoft.com/office/drawing/2014/main" id="{A2E4F16C-D22C-4C22-8A76-AA4C2321206E}"/>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UI 패널 레이아웃과 ScriptableObject 데이터화</a:t>
            </a:r>
            <a:endParaRPr sz="2900"/>
          </a:p>
        </p:txBody>
      </p:sp>
      <p:sp>
        <p:nvSpPr>
          <p:cNvPr id="4" name="Shape 2">
            <a:extLst xmlns:a="http://schemas.openxmlformats.org/drawingml/2006/main">
              <a:ext uri="{FF2B5EF4-FFF2-40B4-BE49-F238E27FC236}">
                <a16:creationId xmlns:a16="http://schemas.microsoft.com/office/drawing/2014/main" id="{E61CCEE2-FE02-43D2-AD01-2B8E405A0DD2}"/>
              </a:ext>
            </a:extLst>
          </p:cNvPr>
          <p:cNvSpPr>
            <a:spLocks xmlns:a="http://schemas.openxmlformats.org/drawingml/2006/main" noGrp="1"/>
          </p:cNvSpPr>
          <p:nvPr/>
        </p:nvSpPr>
        <p:spPr>
          <a:xfrm xmlns:a="http://schemas.openxmlformats.org/drawingml/2006/main">
            <a:off x="548640" y="1554480"/>
            <a:ext cx="11109960" cy="502920"/>
          </a:xfrm>
          <a:prstGeom xmlns:a="http://schemas.openxmlformats.org/drawingml/2006/main" prst="roundRect">
            <a:avLst>
              <a:gd name="adj" fmla="val 10909"/>
            </a:avLst>
          </a:prstGeom>
          <a:solidFill xmlns:a="http://schemas.openxmlformats.org/drawingml/2006/main">
            <a:srgbClr val="E7E2D9"/>
          </a:solidFill>
        </p:spPr>
      </p:sp>
      <p:sp>
        <p:nvSpPr>
          <p:cNvPr id="5" name="Text 3">
            <a:extLst xmlns:a="http://schemas.openxmlformats.org/drawingml/2006/main">
              <a:ext uri="{FF2B5EF4-FFF2-40B4-BE49-F238E27FC236}">
                <a16:creationId xmlns:a16="http://schemas.microsoft.com/office/drawing/2014/main" id="{C2F4CC5D-3B79-42B1-8DA7-FFCCB4C79896}"/>
              </a:ext>
            </a:extLst>
          </p:cNvPr>
          <p:cNvSpPr>
            <a:spLocks xmlns:a="http://schemas.openxmlformats.org/drawingml/2006/main" noGrp="1"/>
          </p:cNvSpPr>
          <p:nvPr/>
        </p:nvSpPr>
        <p:spPr>
          <a:xfrm xmlns:a="http://schemas.openxmlformats.org/drawingml/2006/main">
            <a:off x="777240" y="1554480"/>
            <a:ext cx="1065276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3D2B1F"/>
                </a:solidFill>
                <a:latin typeface="맑은 고딕"/>
                <a:ea typeface="맑은 고딕"/>
                <a:cs typeface="맑은 고딕"/>
              </a:rPr>
              <a:t>※ UI 패널 단위의 레이아웃 편집·생성 기준입니다. 실제 기능 완료가 아닌 구성·가이드 항목으로 기록합니다.</a:t>
            </a:r>
            <a:endParaRPr sz="1250"/>
          </a:p>
        </p:txBody>
      </p:sp>
      <p:sp>
        <p:nvSpPr>
          <p:cNvPr id="6" name="Shape 4">
            <a:extLst xmlns:a="http://schemas.openxmlformats.org/drawingml/2006/main">
              <a:ext uri="{FF2B5EF4-FFF2-40B4-BE49-F238E27FC236}">
                <a16:creationId xmlns:a16="http://schemas.microsoft.com/office/drawing/2014/main" id="{0B0A83F0-8765-45AD-848E-6FEE05A66069}"/>
              </a:ext>
            </a:extLst>
          </p:cNvPr>
          <p:cNvSpPr>
            <a:spLocks xmlns:a="http://schemas.openxmlformats.org/drawingml/2006/main" noGrp="1"/>
          </p:cNvSpPr>
          <p:nvPr/>
        </p:nvSpPr>
        <p:spPr>
          <a:xfrm xmlns:a="http://schemas.openxmlformats.org/drawingml/2006/main">
            <a:off x="548640" y="2286000"/>
            <a:ext cx="3566160" cy="35204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D7D2C7"/>
            </a:solidFill>
            <a:prstDash val="solid"/>
          </a:ln>
        </p:spPr>
      </p:sp>
      <p:sp>
        <p:nvSpPr>
          <p:cNvPr id="7" name="Text 5">
            <a:extLst xmlns:a="http://schemas.openxmlformats.org/drawingml/2006/main">
              <a:ext uri="{FF2B5EF4-FFF2-40B4-BE49-F238E27FC236}">
                <a16:creationId xmlns:a16="http://schemas.microsoft.com/office/drawing/2014/main" id="{1E69ADA6-88C0-4149-B341-D2F81AA6DADE}"/>
              </a:ext>
            </a:extLst>
          </p:cNvPr>
          <p:cNvSpPr>
            <a:spLocks xmlns:a="http://schemas.openxmlformats.org/drawingml/2006/main" noGrp="1"/>
          </p:cNvSpPr>
          <p:nvPr/>
        </p:nvSpPr>
        <p:spPr>
          <a:xfrm xmlns:a="http://schemas.openxmlformats.org/drawingml/2006/main">
            <a:off x="777240" y="2450592"/>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7A7267"/>
                </a:solidFill>
                <a:latin typeface="맑은 고딕"/>
                <a:ea typeface="맑은 고딕"/>
                <a:cs typeface="맑은 고딕"/>
              </a:rPr>
              <a:t>레이아웃 정의</a:t>
            </a:r>
            <a:endParaRPr sz="1350"/>
          </a:p>
        </p:txBody>
      </p:sp>
      <p:sp>
        <p:nvSpPr>
          <p:cNvPr id="8" name="Text 6">
            <a:extLst xmlns:a="http://schemas.openxmlformats.org/drawingml/2006/main">
              <a:ext uri="{FF2B5EF4-FFF2-40B4-BE49-F238E27FC236}">
                <a16:creationId xmlns:a16="http://schemas.microsoft.com/office/drawing/2014/main" id="{406E8D40-B070-4031-87C9-6D6B7EF84B66}"/>
              </a:ext>
            </a:extLst>
          </p:cNvPr>
          <p:cNvSpPr>
            <a:spLocks xmlns:a="http://schemas.openxmlformats.org/drawingml/2006/main" noGrp="1"/>
          </p:cNvSpPr>
          <p:nvPr/>
        </p:nvSpPr>
        <p:spPr>
          <a:xfrm xmlns:a="http://schemas.openxmlformats.org/drawingml/2006/main">
            <a:off x="777240" y="2743200"/>
            <a:ext cx="31089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6B4A32"/>
                </a:solidFill>
                <a:latin typeface="맑은 고딕"/>
                <a:ea typeface="맑은 고딕"/>
                <a:cs typeface="맑은 고딕"/>
              </a:rPr>
              <a:t>패널별 위치·크기·여백</a:t>
            </a:r>
            <a:endParaRPr sz="1100"/>
          </a:p>
        </p:txBody>
      </p:sp>
      <p:sp>
        <p:nvSpPr>
          <p:cNvPr id="9" name="Text 7">
            <a:extLst xmlns:a="http://schemas.openxmlformats.org/drawingml/2006/main">
              <a:ext uri="{FF2B5EF4-FFF2-40B4-BE49-F238E27FC236}">
                <a16:creationId xmlns:a16="http://schemas.microsoft.com/office/drawing/2014/main" id="{47BED855-5C6E-455C-BADD-457FA7DE88F1}"/>
              </a:ext>
            </a:extLst>
          </p:cNvPr>
          <p:cNvSpPr>
            <a:spLocks xmlns:a="http://schemas.openxmlformats.org/drawingml/2006/main" noGrp="1"/>
          </p:cNvSpPr>
          <p:nvPr/>
        </p:nvSpPr>
        <p:spPr>
          <a:xfrm xmlns:a="http://schemas.openxmlformats.org/drawingml/2006/main">
            <a:off x="868680" y="3154680"/>
            <a:ext cx="29260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Panel ID</a:t>
            </a:r>
            <a:endParaRPr sz="1200"/>
          </a:p>
        </p:txBody>
      </p:sp>
      <p:sp>
        <p:nvSpPr>
          <p:cNvPr id="10" name="Text 8">
            <a:extLst xmlns:a="http://schemas.openxmlformats.org/drawingml/2006/main">
              <a:ext uri="{FF2B5EF4-FFF2-40B4-BE49-F238E27FC236}">
                <a16:creationId xmlns:a16="http://schemas.microsoft.com/office/drawing/2014/main" id="{02152319-0498-4DB1-88CD-25A1CF0449DD}"/>
              </a:ext>
            </a:extLst>
          </p:cNvPr>
          <p:cNvSpPr>
            <a:spLocks xmlns:a="http://schemas.openxmlformats.org/drawingml/2006/main" noGrp="1"/>
          </p:cNvSpPr>
          <p:nvPr/>
        </p:nvSpPr>
        <p:spPr>
          <a:xfrm xmlns:a="http://schemas.openxmlformats.org/drawingml/2006/main">
            <a:off x="868680" y="3520440"/>
            <a:ext cx="29260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Anchor / Pivot</a:t>
            </a:r>
            <a:endParaRPr sz="1200"/>
          </a:p>
        </p:txBody>
      </p:sp>
      <p:sp>
        <p:nvSpPr>
          <p:cNvPr id="11" name="Text 9">
            <a:extLst xmlns:a="http://schemas.openxmlformats.org/drawingml/2006/main">
              <a:ext uri="{FF2B5EF4-FFF2-40B4-BE49-F238E27FC236}">
                <a16:creationId xmlns:a16="http://schemas.microsoft.com/office/drawing/2014/main" id="{E18669DE-79C2-47A6-9D78-FB43E8A475FC}"/>
              </a:ext>
            </a:extLst>
          </p:cNvPr>
          <p:cNvSpPr>
            <a:spLocks xmlns:a="http://schemas.openxmlformats.org/drawingml/2006/main" noGrp="1"/>
          </p:cNvSpPr>
          <p:nvPr/>
        </p:nvSpPr>
        <p:spPr>
          <a:xfrm xmlns:a="http://schemas.openxmlformats.org/drawingml/2006/main">
            <a:off x="868680" y="3886200"/>
            <a:ext cx="29260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Size / Position</a:t>
            </a:r>
            <a:endParaRPr sz="1200"/>
          </a:p>
        </p:txBody>
      </p:sp>
      <p:sp>
        <p:nvSpPr>
          <p:cNvPr id="12" name="Text 10">
            <a:extLst xmlns:a="http://schemas.openxmlformats.org/drawingml/2006/main">
              <a:ext uri="{FF2B5EF4-FFF2-40B4-BE49-F238E27FC236}">
                <a16:creationId xmlns:a16="http://schemas.microsoft.com/office/drawing/2014/main" id="{DC46B1B9-FC96-4CF0-A3E3-1929D2FD0936}"/>
              </a:ext>
            </a:extLst>
          </p:cNvPr>
          <p:cNvSpPr>
            <a:spLocks xmlns:a="http://schemas.openxmlformats.org/drawingml/2006/main" noGrp="1"/>
          </p:cNvSpPr>
          <p:nvPr/>
        </p:nvSpPr>
        <p:spPr>
          <a:xfrm xmlns:a="http://schemas.openxmlformats.org/drawingml/2006/main">
            <a:off x="868680" y="4251960"/>
            <a:ext cx="29260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Margin / Padding</a:t>
            </a:r>
            <a:endParaRPr sz="1200"/>
          </a:p>
        </p:txBody>
      </p:sp>
      <p:sp>
        <p:nvSpPr>
          <p:cNvPr id="13" name="Shape 11">
            <a:extLst xmlns:a="http://schemas.openxmlformats.org/drawingml/2006/main">
              <a:ext uri="{FF2B5EF4-FFF2-40B4-BE49-F238E27FC236}">
                <a16:creationId xmlns:a16="http://schemas.microsoft.com/office/drawing/2014/main" id="{278DF7E9-A192-4877-BBE4-8E264363DA83}"/>
              </a:ext>
            </a:extLst>
          </p:cNvPr>
          <p:cNvSpPr>
            <a:spLocks xmlns:a="http://schemas.openxmlformats.org/drawingml/2006/main" noGrp="1"/>
          </p:cNvSpPr>
          <p:nvPr/>
        </p:nvSpPr>
        <p:spPr>
          <a:xfrm xmlns:a="http://schemas.openxmlformats.org/drawingml/2006/main">
            <a:off x="4315968" y="2286000"/>
            <a:ext cx="3566160" cy="35204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D7D2C7"/>
            </a:solidFill>
            <a:prstDash val="solid"/>
          </a:ln>
        </p:spPr>
      </p:sp>
      <p:sp>
        <p:nvSpPr>
          <p:cNvPr id="14" name="Text 12">
            <a:extLst xmlns:a="http://schemas.openxmlformats.org/drawingml/2006/main">
              <a:ext uri="{FF2B5EF4-FFF2-40B4-BE49-F238E27FC236}">
                <a16:creationId xmlns:a16="http://schemas.microsoft.com/office/drawing/2014/main" id="{80CE438F-A629-440C-A2A7-D1ACCA1A17C7}"/>
              </a:ext>
            </a:extLst>
          </p:cNvPr>
          <p:cNvSpPr>
            <a:spLocks xmlns:a="http://schemas.openxmlformats.org/drawingml/2006/main" noGrp="1"/>
          </p:cNvSpPr>
          <p:nvPr/>
        </p:nvSpPr>
        <p:spPr>
          <a:xfrm xmlns:a="http://schemas.openxmlformats.org/drawingml/2006/main">
            <a:off x="4544568" y="2450592"/>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7A7267"/>
                </a:solidFill>
                <a:latin typeface="맑은 고딕"/>
                <a:ea typeface="맑은 고딕"/>
                <a:cs typeface="맑은 고딕"/>
              </a:rPr>
              <a:t>데이터 연결·검증</a:t>
            </a:r>
            <a:endParaRPr sz="1350"/>
          </a:p>
        </p:txBody>
      </p:sp>
      <p:sp>
        <p:nvSpPr>
          <p:cNvPr id="15" name="Text 13">
            <a:extLst xmlns:a="http://schemas.openxmlformats.org/drawingml/2006/main">
              <a:ext uri="{FF2B5EF4-FFF2-40B4-BE49-F238E27FC236}">
                <a16:creationId xmlns:a16="http://schemas.microsoft.com/office/drawing/2014/main" id="{03E86DD8-1F23-4370-8F7B-C081C68224C6}"/>
              </a:ext>
            </a:extLst>
          </p:cNvPr>
          <p:cNvSpPr>
            <a:spLocks xmlns:a="http://schemas.openxmlformats.org/drawingml/2006/main" noGrp="1"/>
          </p:cNvSpPr>
          <p:nvPr/>
        </p:nvSpPr>
        <p:spPr>
          <a:xfrm xmlns:a="http://schemas.openxmlformats.org/drawingml/2006/main">
            <a:off x="4544568" y="2788920"/>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3D2B1F"/>
                </a:solidFill>
                <a:latin typeface="맑은 고딕"/>
                <a:ea typeface="맑은 고딕"/>
                <a:cs typeface="맑은 고딕"/>
              </a:rPr>
              <a:t>ScriptableObject</a:t>
            </a:r>
            <a:endParaRPr sz="1150"/>
          </a:p>
        </p:txBody>
      </p:sp>
      <p:sp>
        <p:nvSpPr>
          <p:cNvPr id="16" name="Text 14">
            <a:extLst xmlns:a="http://schemas.openxmlformats.org/drawingml/2006/main">
              <a:ext uri="{FF2B5EF4-FFF2-40B4-BE49-F238E27FC236}">
                <a16:creationId xmlns:a16="http://schemas.microsoft.com/office/drawing/2014/main" id="{4ABD62A6-7291-42E7-A861-22FD7141A2DC}"/>
              </a:ext>
            </a:extLst>
          </p:cNvPr>
          <p:cNvSpPr>
            <a:spLocks xmlns:a="http://schemas.openxmlformats.org/drawingml/2006/main" noGrp="1"/>
          </p:cNvSpPr>
          <p:nvPr/>
        </p:nvSpPr>
        <p:spPr>
          <a:xfrm xmlns:a="http://schemas.openxmlformats.org/drawingml/2006/main">
            <a:off x="4544568" y="3063240"/>
            <a:ext cx="310896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6B4A32"/>
                </a:solidFill>
                <a:latin typeface="맑은 고딕"/>
                <a:ea typeface="맑은 고딕"/>
                <a:cs typeface="맑은 고딕"/>
              </a:rPr>
              <a:t>패널 레이아웃·표시 데이터</a:t>
            </a:r>
            <a:endParaRPr sz="1100"/>
          </a:p>
        </p:txBody>
      </p:sp>
      <p:sp>
        <p:nvSpPr>
          <p:cNvPr id="17" name="Text 15">
            <a:extLst xmlns:a="http://schemas.openxmlformats.org/drawingml/2006/main">
              <a:ext uri="{FF2B5EF4-FFF2-40B4-BE49-F238E27FC236}">
                <a16:creationId xmlns:a16="http://schemas.microsoft.com/office/drawing/2014/main" id="{D2B21323-C6E4-4C66-8339-5CD233EE4B05}"/>
              </a:ext>
            </a:extLst>
          </p:cNvPr>
          <p:cNvSpPr>
            <a:spLocks xmlns:a="http://schemas.openxmlformats.org/drawingml/2006/main" noGrp="1"/>
          </p:cNvSpPr>
          <p:nvPr/>
        </p:nvSpPr>
        <p:spPr>
          <a:xfrm xmlns:a="http://schemas.openxmlformats.org/drawingml/2006/main">
            <a:off x="4544568" y="3611880"/>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3D2B1F"/>
                </a:solidFill>
                <a:latin typeface="맑은 고딕"/>
                <a:ea typeface="맑은 고딕"/>
                <a:cs typeface="맑은 고딕"/>
              </a:rPr>
              <a:t>AI 적용 전</a:t>
            </a:r>
            <a:endParaRPr sz="1150"/>
          </a:p>
        </p:txBody>
      </p:sp>
      <p:sp>
        <p:nvSpPr>
          <p:cNvPr id="18" name="Text 16">
            <a:extLst xmlns:a="http://schemas.openxmlformats.org/drawingml/2006/main">
              <a:ext uri="{FF2B5EF4-FFF2-40B4-BE49-F238E27FC236}">
                <a16:creationId xmlns:a16="http://schemas.microsoft.com/office/drawing/2014/main" id="{F5AB736D-0E05-4030-87E6-A01CB2787056}"/>
              </a:ext>
            </a:extLst>
          </p:cNvPr>
          <p:cNvSpPr>
            <a:spLocks xmlns:a="http://schemas.openxmlformats.org/drawingml/2006/main" noGrp="1"/>
          </p:cNvSpPr>
          <p:nvPr/>
        </p:nvSpPr>
        <p:spPr>
          <a:xfrm xmlns:a="http://schemas.openxmlformats.org/drawingml/2006/main">
            <a:off x="4544568" y="3886200"/>
            <a:ext cx="310896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6B4A32"/>
                </a:solidFill>
                <a:latin typeface="맑은 고딕"/>
                <a:ea typeface="맑은 고딕"/>
                <a:cs typeface="맑은 고딕"/>
              </a:rPr>
              <a:t>크기·위치·영역 검증</a:t>
            </a:r>
            <a:endParaRPr sz="1100"/>
          </a:p>
        </p:txBody>
      </p:sp>
      <p:sp>
        <p:nvSpPr>
          <p:cNvPr id="19" name="Text 17">
            <a:extLst xmlns:a="http://schemas.openxmlformats.org/drawingml/2006/main">
              <a:ext uri="{FF2B5EF4-FFF2-40B4-BE49-F238E27FC236}">
                <a16:creationId xmlns:a16="http://schemas.microsoft.com/office/drawing/2014/main" id="{15CAFDF1-308C-4E0F-A155-A05C43C425DA}"/>
              </a:ext>
            </a:extLst>
          </p:cNvPr>
          <p:cNvSpPr>
            <a:spLocks xmlns:a="http://schemas.openxmlformats.org/drawingml/2006/main" noGrp="1"/>
          </p:cNvSpPr>
          <p:nvPr/>
        </p:nvSpPr>
        <p:spPr>
          <a:xfrm xmlns:a="http://schemas.openxmlformats.org/drawingml/2006/main">
            <a:off x="4544568" y="4434840"/>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3D2B1F"/>
                </a:solidFill>
                <a:latin typeface="맑은 고딕"/>
                <a:ea typeface="맑은 고딕"/>
                <a:cs typeface="맑은 고딕"/>
              </a:rPr>
              <a:t>검수 후 수정</a:t>
            </a:r>
            <a:endParaRPr sz="1150"/>
          </a:p>
        </p:txBody>
      </p:sp>
      <p:sp>
        <p:nvSpPr>
          <p:cNvPr id="20" name="Text 18">
            <a:extLst xmlns:a="http://schemas.openxmlformats.org/drawingml/2006/main">
              <a:ext uri="{FF2B5EF4-FFF2-40B4-BE49-F238E27FC236}">
                <a16:creationId xmlns:a16="http://schemas.microsoft.com/office/drawing/2014/main" id="{33443A77-2617-4CA3-B228-012B1F6C3D68}"/>
              </a:ext>
            </a:extLst>
          </p:cNvPr>
          <p:cNvSpPr>
            <a:spLocks xmlns:a="http://schemas.openxmlformats.org/drawingml/2006/main" noGrp="1"/>
          </p:cNvSpPr>
          <p:nvPr/>
        </p:nvSpPr>
        <p:spPr>
          <a:xfrm xmlns:a="http://schemas.openxmlformats.org/drawingml/2006/main">
            <a:off x="4544568" y="4709160"/>
            <a:ext cx="310896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6B4A32"/>
                </a:solidFill>
                <a:latin typeface="맑은 고딕"/>
                <a:ea typeface="맑은 고딕"/>
                <a:cs typeface="맑은 고딕"/>
              </a:rPr>
              <a:t>겹침·잘림은 데이터 수정 후 재생성</a:t>
            </a:r>
            <a:endParaRPr sz="1100"/>
          </a:p>
        </p:txBody>
      </p:sp>
      <p:sp>
        <p:nvSpPr>
          <p:cNvPr id="21" name="Shape 19">
            <a:extLst xmlns:a="http://schemas.openxmlformats.org/drawingml/2006/main">
              <a:ext uri="{FF2B5EF4-FFF2-40B4-BE49-F238E27FC236}">
                <a16:creationId xmlns:a16="http://schemas.microsoft.com/office/drawing/2014/main" id="{1AE39FC0-97C3-46A0-955D-27321F7069E9}"/>
              </a:ext>
            </a:extLst>
          </p:cNvPr>
          <p:cNvSpPr>
            <a:spLocks xmlns:a="http://schemas.openxmlformats.org/drawingml/2006/main" noGrp="1"/>
          </p:cNvSpPr>
          <p:nvPr/>
        </p:nvSpPr>
        <p:spPr>
          <a:xfrm xmlns:a="http://schemas.openxmlformats.org/drawingml/2006/main">
            <a:off x="8083296" y="2286000"/>
            <a:ext cx="3575304" cy="3520440"/>
          </a:xfrm>
          <a:prstGeom xmlns:a="http://schemas.openxmlformats.org/drawingml/2006/main" prst="roundRect">
            <a:avLst>
              <a:gd name="adj" fmla="val 2078"/>
            </a:avLst>
          </a:prstGeom>
          <a:solidFill xmlns:a="http://schemas.openxmlformats.org/drawingml/2006/main">
            <a:srgbClr val="3D2B1F"/>
          </a:solidFill>
        </p:spPr>
      </p:sp>
      <p:sp>
        <p:nvSpPr>
          <p:cNvPr id="22" name="Text 20">
            <a:extLst xmlns:a="http://schemas.openxmlformats.org/drawingml/2006/main">
              <a:ext uri="{FF2B5EF4-FFF2-40B4-BE49-F238E27FC236}">
                <a16:creationId xmlns:a16="http://schemas.microsoft.com/office/drawing/2014/main" id="{4154A469-1D78-445A-A3F8-84F478C25C6F}"/>
              </a:ext>
            </a:extLst>
          </p:cNvPr>
          <p:cNvSpPr>
            <a:spLocks xmlns:a="http://schemas.openxmlformats.org/drawingml/2006/main" noGrp="1"/>
          </p:cNvSpPr>
          <p:nvPr/>
        </p:nvSpPr>
        <p:spPr>
          <a:xfrm xmlns:a="http://schemas.openxmlformats.org/drawingml/2006/main">
            <a:off x="8321040" y="2450592"/>
            <a:ext cx="3108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7A7267"/>
                </a:solidFill>
                <a:latin typeface="맑은 고딕"/>
                <a:ea typeface="맑은 고딕"/>
                <a:cs typeface="맑은 고딕"/>
              </a:rPr>
              <a:t>작성 목적</a:t>
            </a:r>
            <a:endParaRPr sz="1350"/>
          </a:p>
        </p:txBody>
      </p:sp>
      <p:sp>
        <p:nvSpPr>
          <p:cNvPr id="23" name="Text 21">
            <a:extLst xmlns:a="http://schemas.openxmlformats.org/drawingml/2006/main">
              <a:ext uri="{FF2B5EF4-FFF2-40B4-BE49-F238E27FC236}">
                <a16:creationId xmlns:a16="http://schemas.microsoft.com/office/drawing/2014/main" id="{F45B13CB-BA2D-493B-ABEA-69CF7839778C}"/>
              </a:ext>
            </a:extLst>
          </p:cNvPr>
          <p:cNvSpPr>
            <a:spLocks xmlns:a="http://schemas.openxmlformats.org/drawingml/2006/main" noGrp="1"/>
          </p:cNvSpPr>
          <p:nvPr/>
        </p:nvSpPr>
        <p:spPr>
          <a:xfrm xmlns:a="http://schemas.openxmlformats.org/drawingml/2006/main">
            <a:off x="8321040" y="2788920"/>
            <a:ext cx="3154680" cy="1828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5000"/>
              </a:lnSpc>
              <a:buNone/>
            </a:pPr>
            <a:r>
              <a:rPr sz="1200">
                <a:solidFill>
                  <a:srgbClr val="F7ECDA"/>
                </a:solidFill>
                <a:latin typeface="맑은 고딕"/>
                <a:ea typeface="맑은 고딕"/>
                <a:cs typeface="맑은 고딕"/>
              </a:rPr>
              <a:t>AI가 지정된 레이아웃의 크기와 위치를 기준으로 UI를 만들거나 수정할 수 있게 합니다. 화면 구조와 표시 데이터를 분리해, 패널 단위 검수·수정·재사용이 가능한 데이터 기반 작업으로 정리합니다.</a:t>
            </a:r>
            <a:endParaRPr sz="1200"/>
          </a:p>
        </p:txBody>
      </p:sp>
      <p:sp>
        <p:nvSpPr>
          <p:cNvPr id="24" name="Text 22">
            <a:extLst xmlns:a="http://schemas.openxmlformats.org/drawingml/2006/main">
              <a:ext uri="{FF2B5EF4-FFF2-40B4-BE49-F238E27FC236}">
                <a16:creationId xmlns:a16="http://schemas.microsoft.com/office/drawing/2014/main" id="{FC91E1F0-1C53-4500-A4C6-CFB0F34B2756}"/>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25" name="Text 23">
            <a:extLst xmlns:a="http://schemas.openxmlformats.org/drawingml/2006/main">
              <a:ext uri="{FF2B5EF4-FFF2-40B4-BE49-F238E27FC236}">
                <a16:creationId xmlns:a16="http://schemas.microsoft.com/office/drawing/2014/main" id="{C7E57539-0C47-477D-A8D6-7737767099F8}"/>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11</a:t>
            </a:r>
            <a:endParaRPr sz="900"/>
          </a:p>
        </p:txBody>
      </p:sp>
    </p:spTree>
    <p:extLst>
      <p:ext uri="{BB962C8B-B14F-4D97-AF65-F5344CB8AC3E}">
        <p14:creationId xmlns:p14="http://schemas.microsoft.com/office/powerpoint/2010/main" val="1483757456"/>
      </p:ext>
    </p:extLst>
  </p:cSld>
</p:sld>
</file>

<file path=ppt/slides/slide12.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0271CD-3689-42E5-BC87-6961F08F295C}"/>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D97B3F"/>
                </a:solidFill>
                <a:latin typeface="맑은 고딕"/>
                <a:ea typeface="맑은 고딕"/>
                <a:cs typeface="맑은 고딕"/>
              </a:rPr>
              <a:t>AGENT EXECUTION</a:t>
            </a:r>
            <a:endParaRPr sz="1200"/>
          </a:p>
        </p:txBody>
      </p:sp>
      <p:sp>
        <p:nvSpPr>
          <p:cNvPr id="3" name="Text 1">
            <a:extLst xmlns:a="http://schemas.openxmlformats.org/drawingml/2006/main">
              <a:ext uri="{FF2B5EF4-FFF2-40B4-BE49-F238E27FC236}">
                <a16:creationId xmlns:a16="http://schemas.microsoft.com/office/drawing/2014/main" id="{AF75D8B7-B749-4B25-8E5A-052C80398CAE}"/>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Karpathy 4원칙을 Codex 작업 규칙으로 적용</a:t>
            </a:r>
            <a:endParaRPr sz="2900"/>
          </a:p>
        </p:txBody>
      </p:sp>
      <p:sp>
        <p:nvSpPr>
          <p:cNvPr id="4" name="Shape 2">
            <a:extLst xmlns:a="http://schemas.openxmlformats.org/drawingml/2006/main">
              <a:ext uri="{FF2B5EF4-FFF2-40B4-BE49-F238E27FC236}">
                <a16:creationId xmlns:a16="http://schemas.microsoft.com/office/drawing/2014/main" id="{FF639989-411A-4494-BC56-FAD1ECF63F6C}"/>
              </a:ext>
            </a:extLst>
          </p:cNvPr>
          <p:cNvSpPr>
            <a:spLocks xmlns:a="http://schemas.openxmlformats.org/drawingml/2006/main" noGrp="1"/>
          </p:cNvSpPr>
          <p:nvPr/>
        </p:nvSpPr>
        <p:spPr>
          <a:xfrm xmlns:a="http://schemas.openxmlformats.org/drawingml/2006/main">
            <a:off x="548640"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5" name="Shape 3">
            <a:extLst xmlns:a="http://schemas.openxmlformats.org/drawingml/2006/main">
              <a:ext uri="{FF2B5EF4-FFF2-40B4-BE49-F238E27FC236}">
                <a16:creationId xmlns:a16="http://schemas.microsoft.com/office/drawing/2014/main" id="{562A4C4F-564E-492C-9CCA-851F0468360A}"/>
              </a:ext>
            </a:extLst>
          </p:cNvPr>
          <p:cNvSpPr>
            <a:spLocks xmlns:a="http://schemas.openxmlformats.org/drawingml/2006/main" noGrp="1"/>
          </p:cNvSpPr>
          <p:nvPr/>
        </p:nvSpPr>
        <p:spPr>
          <a:xfrm xmlns:a="http://schemas.openxmlformats.org/drawingml/2006/main">
            <a:off x="731520" y="1783080"/>
            <a:ext cx="2990088" cy="548640"/>
          </a:xfrm>
          <a:prstGeom xmlns:a="http://schemas.openxmlformats.org/drawingml/2006/main" prst="roundRect">
            <a:avLst>
              <a:gd name="adj" fmla="val 10000"/>
            </a:avLst>
          </a:prstGeom>
          <a:solidFill xmlns:a="http://schemas.openxmlformats.org/drawingml/2006/main">
            <a:srgbClr val="D97B3F"/>
          </a:solidFill>
        </p:spPr>
      </p:sp>
      <p:sp>
        <p:nvSpPr>
          <p:cNvPr id="6" name="Text 4">
            <a:extLst xmlns:a="http://schemas.openxmlformats.org/drawingml/2006/main">
              <a:ext uri="{FF2B5EF4-FFF2-40B4-BE49-F238E27FC236}">
                <a16:creationId xmlns:a16="http://schemas.microsoft.com/office/drawing/2014/main" id="{54DC1E7A-0F92-4D43-A992-6BA1BEA7716C}"/>
              </a:ext>
            </a:extLst>
          </p:cNvPr>
          <p:cNvSpPr>
            <a:spLocks xmlns:a="http://schemas.openxmlformats.org/drawingml/2006/main" noGrp="1"/>
          </p:cNvSpPr>
          <p:nvPr/>
        </p:nvSpPr>
        <p:spPr>
          <a:xfrm xmlns:a="http://schemas.openxmlformats.org/drawingml/2006/main">
            <a:off x="822960"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A. 생각 후 실행</a:t>
            </a:r>
            <a:endParaRPr sz="1200"/>
          </a:p>
        </p:txBody>
      </p:sp>
      <p:sp>
        <p:nvSpPr>
          <p:cNvPr id="7" name="Shape 5">
            <a:extLst xmlns:a="http://schemas.openxmlformats.org/drawingml/2006/main">
              <a:ext uri="{FF2B5EF4-FFF2-40B4-BE49-F238E27FC236}">
                <a16:creationId xmlns:a16="http://schemas.microsoft.com/office/drawing/2014/main" id="{6BC39A91-DDA0-4B3D-AA2E-363ECABCC5DF}"/>
              </a:ext>
            </a:extLst>
          </p:cNvPr>
          <p:cNvSpPr>
            <a:spLocks xmlns:a="http://schemas.openxmlformats.org/drawingml/2006/main" noGrp="1"/>
          </p:cNvSpPr>
          <p:nvPr/>
        </p:nvSpPr>
        <p:spPr>
          <a:xfrm xmlns:a="http://schemas.openxmlformats.org/drawingml/2006/main">
            <a:off x="749808" y="2596896"/>
            <a:ext cx="91440" cy="91440"/>
          </a:xfrm>
          <a:prstGeom xmlns:a="http://schemas.openxmlformats.org/drawingml/2006/main" prst="ellipse">
            <a:avLst/>
          </a:prstGeom>
          <a:solidFill xmlns:a="http://schemas.openxmlformats.org/drawingml/2006/main">
            <a:srgbClr val="D97B3F"/>
          </a:solidFill>
        </p:spPr>
      </p:sp>
      <p:sp>
        <p:nvSpPr>
          <p:cNvPr id="8" name="Text 6">
            <a:extLst xmlns:a="http://schemas.openxmlformats.org/drawingml/2006/main">
              <a:ext uri="{FF2B5EF4-FFF2-40B4-BE49-F238E27FC236}">
                <a16:creationId xmlns:a16="http://schemas.microsoft.com/office/drawing/2014/main" id="{E52540A4-28B4-4A55-90D7-69B8CD017E20}"/>
              </a:ext>
            </a:extLst>
          </p:cNvPr>
          <p:cNvSpPr>
            <a:spLocks xmlns:a="http://schemas.openxmlformats.org/drawingml/2006/main" noGrp="1"/>
          </p:cNvSpPr>
          <p:nvPr/>
        </p:nvSpPr>
        <p:spPr>
          <a:xfrm xmlns:a="http://schemas.openxmlformats.org/drawingml/2006/main">
            <a:off x="932688"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요청을 검증 가능한 단위로 분해</a:t>
            </a:r>
            <a:endParaRPr sz="1080"/>
          </a:p>
        </p:txBody>
      </p:sp>
      <p:sp>
        <p:nvSpPr>
          <p:cNvPr id="9" name="Shape 7">
            <a:extLst xmlns:a="http://schemas.openxmlformats.org/drawingml/2006/main">
              <a:ext uri="{FF2B5EF4-FFF2-40B4-BE49-F238E27FC236}">
                <a16:creationId xmlns:a16="http://schemas.microsoft.com/office/drawing/2014/main" id="{5B812F79-0215-4794-A682-7C6BFF153D45}"/>
              </a:ext>
            </a:extLst>
          </p:cNvPr>
          <p:cNvSpPr>
            <a:spLocks xmlns:a="http://schemas.openxmlformats.org/drawingml/2006/main" noGrp="1"/>
          </p:cNvSpPr>
          <p:nvPr/>
        </p:nvSpPr>
        <p:spPr>
          <a:xfrm xmlns:a="http://schemas.openxmlformats.org/drawingml/2006/main">
            <a:off x="749808" y="3218688"/>
            <a:ext cx="91440" cy="91440"/>
          </a:xfrm>
          <a:prstGeom xmlns:a="http://schemas.openxmlformats.org/drawingml/2006/main" prst="ellipse">
            <a:avLst/>
          </a:prstGeom>
          <a:solidFill xmlns:a="http://schemas.openxmlformats.org/drawingml/2006/main">
            <a:srgbClr val="D97B3F"/>
          </a:solidFill>
        </p:spPr>
      </p:sp>
      <p:sp>
        <p:nvSpPr>
          <p:cNvPr id="10" name="Text 8">
            <a:extLst xmlns:a="http://schemas.openxmlformats.org/drawingml/2006/main">
              <a:ext uri="{FF2B5EF4-FFF2-40B4-BE49-F238E27FC236}">
                <a16:creationId xmlns:a16="http://schemas.microsoft.com/office/drawing/2014/main" id="{C6D3E42D-073C-46D6-9E03-2B628411FCD9}"/>
              </a:ext>
            </a:extLst>
          </p:cNvPr>
          <p:cNvSpPr>
            <a:spLocks xmlns:a="http://schemas.openxmlformats.org/drawingml/2006/main" noGrp="1"/>
          </p:cNvSpPr>
          <p:nvPr/>
        </p:nvSpPr>
        <p:spPr>
          <a:xfrm xmlns:a="http://schemas.openxmlformats.org/drawingml/2006/main">
            <a:off x="932688"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작업 용량에 맞춰 범위와 우선순위 조정</a:t>
            </a:r>
            <a:endParaRPr sz="1080"/>
          </a:p>
        </p:txBody>
      </p:sp>
      <p:sp>
        <p:nvSpPr>
          <p:cNvPr id="11" name="Shape 9">
            <a:extLst xmlns:a="http://schemas.openxmlformats.org/drawingml/2006/main">
              <a:ext uri="{FF2B5EF4-FFF2-40B4-BE49-F238E27FC236}">
                <a16:creationId xmlns:a16="http://schemas.microsoft.com/office/drawing/2014/main" id="{12006107-083D-4883-8BF6-99CA48094986}"/>
              </a:ext>
            </a:extLst>
          </p:cNvPr>
          <p:cNvSpPr>
            <a:spLocks xmlns:a="http://schemas.openxmlformats.org/drawingml/2006/main" noGrp="1"/>
          </p:cNvSpPr>
          <p:nvPr/>
        </p:nvSpPr>
        <p:spPr>
          <a:xfrm xmlns:a="http://schemas.openxmlformats.org/drawingml/2006/main">
            <a:off x="749808" y="3840480"/>
            <a:ext cx="91440" cy="91440"/>
          </a:xfrm>
          <a:prstGeom xmlns:a="http://schemas.openxmlformats.org/drawingml/2006/main" prst="ellipse">
            <a:avLst/>
          </a:prstGeom>
          <a:solidFill xmlns:a="http://schemas.openxmlformats.org/drawingml/2006/main">
            <a:srgbClr val="D97B3F"/>
          </a:solidFill>
        </p:spPr>
      </p:sp>
      <p:sp>
        <p:nvSpPr>
          <p:cNvPr id="12" name="Text 10">
            <a:extLst xmlns:a="http://schemas.openxmlformats.org/drawingml/2006/main">
              <a:ext uri="{FF2B5EF4-FFF2-40B4-BE49-F238E27FC236}">
                <a16:creationId xmlns:a16="http://schemas.microsoft.com/office/drawing/2014/main" id="{BAEBD0A0-1C5A-476B-9963-CB3A96B6575C}"/>
              </a:ext>
            </a:extLst>
          </p:cNvPr>
          <p:cNvSpPr>
            <a:spLocks xmlns:a="http://schemas.openxmlformats.org/drawingml/2006/main" noGrp="1"/>
          </p:cNvSpPr>
          <p:nvPr/>
        </p:nvSpPr>
        <p:spPr>
          <a:xfrm xmlns:a="http://schemas.openxmlformats.org/drawingml/2006/main">
            <a:off x="932688"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가정·제약·완료 조건을 먼저 명시</a:t>
            </a:r>
            <a:endParaRPr sz="1080"/>
          </a:p>
        </p:txBody>
      </p:sp>
      <p:sp>
        <p:nvSpPr>
          <p:cNvPr id="13" name="Shape 11">
            <a:extLst xmlns:a="http://schemas.openxmlformats.org/drawingml/2006/main">
              <a:ext uri="{FF2B5EF4-FFF2-40B4-BE49-F238E27FC236}">
                <a16:creationId xmlns:a16="http://schemas.microsoft.com/office/drawing/2014/main" id="{300E3C65-8F34-4D3A-81A9-E9EA521EB622}"/>
              </a:ext>
            </a:extLst>
          </p:cNvPr>
          <p:cNvSpPr>
            <a:spLocks xmlns:a="http://schemas.openxmlformats.org/drawingml/2006/main" noGrp="1"/>
          </p:cNvSpPr>
          <p:nvPr/>
        </p:nvSpPr>
        <p:spPr>
          <a:xfrm xmlns:a="http://schemas.openxmlformats.org/drawingml/2006/main">
            <a:off x="749808" y="4462272"/>
            <a:ext cx="91440" cy="91440"/>
          </a:xfrm>
          <a:prstGeom xmlns:a="http://schemas.openxmlformats.org/drawingml/2006/main" prst="ellipse">
            <a:avLst/>
          </a:prstGeom>
          <a:solidFill xmlns:a="http://schemas.openxmlformats.org/drawingml/2006/main">
            <a:srgbClr val="D97B3F"/>
          </a:solidFill>
        </p:spPr>
      </p:sp>
      <p:sp>
        <p:nvSpPr>
          <p:cNvPr id="14" name="Text 12">
            <a:extLst xmlns:a="http://schemas.openxmlformats.org/drawingml/2006/main">
              <a:ext uri="{FF2B5EF4-FFF2-40B4-BE49-F238E27FC236}">
                <a16:creationId xmlns:a16="http://schemas.microsoft.com/office/drawing/2014/main" id="{311944C6-C177-4CAA-8088-98AA4DFF507C}"/>
              </a:ext>
            </a:extLst>
          </p:cNvPr>
          <p:cNvSpPr>
            <a:spLocks xmlns:a="http://schemas.openxmlformats.org/drawingml/2006/main" noGrp="1"/>
          </p:cNvSpPr>
          <p:nvPr/>
        </p:nvSpPr>
        <p:spPr>
          <a:xfrm xmlns:a="http://schemas.openxmlformats.org/drawingml/2006/main">
            <a:off x="932688" y="4352544"/>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모호한 요구는 추측하지 않고 확인</a:t>
            </a:r>
            <a:endParaRPr sz="1080"/>
          </a:p>
        </p:txBody>
      </p:sp>
      <p:sp>
        <p:nvSpPr>
          <p:cNvPr id="15" name="Shape 13">
            <a:extLst xmlns:a="http://schemas.openxmlformats.org/drawingml/2006/main">
              <a:ext uri="{FF2B5EF4-FFF2-40B4-BE49-F238E27FC236}">
                <a16:creationId xmlns:a16="http://schemas.microsoft.com/office/drawing/2014/main" id="{00620DBD-5461-4861-AF4C-A4E954B09CF7}"/>
              </a:ext>
            </a:extLst>
          </p:cNvPr>
          <p:cNvSpPr>
            <a:spLocks xmlns:a="http://schemas.openxmlformats.org/drawingml/2006/main" noGrp="1"/>
          </p:cNvSpPr>
          <p:nvPr/>
        </p:nvSpPr>
        <p:spPr>
          <a:xfrm xmlns:a="http://schemas.openxmlformats.org/drawingml/2006/main">
            <a:off x="749808" y="5084064"/>
            <a:ext cx="91440" cy="91440"/>
          </a:xfrm>
          <a:prstGeom xmlns:a="http://schemas.openxmlformats.org/drawingml/2006/main" prst="ellipse">
            <a:avLst/>
          </a:prstGeom>
          <a:solidFill xmlns:a="http://schemas.openxmlformats.org/drawingml/2006/main">
            <a:srgbClr val="D97B3F"/>
          </a:solidFill>
        </p:spPr>
      </p:sp>
      <p:sp>
        <p:nvSpPr>
          <p:cNvPr id="16" name="Text 14">
            <a:extLst xmlns:a="http://schemas.openxmlformats.org/drawingml/2006/main">
              <a:ext uri="{FF2B5EF4-FFF2-40B4-BE49-F238E27FC236}">
                <a16:creationId xmlns:a16="http://schemas.microsoft.com/office/drawing/2014/main" id="{16BD86BF-C3FD-41EE-9647-4068D0B567A0}"/>
              </a:ext>
            </a:extLst>
          </p:cNvPr>
          <p:cNvSpPr>
            <a:spLocks xmlns:a="http://schemas.openxmlformats.org/drawingml/2006/main" noGrp="1"/>
          </p:cNvSpPr>
          <p:nvPr/>
        </p:nvSpPr>
        <p:spPr>
          <a:xfrm xmlns:a="http://schemas.openxmlformats.org/drawingml/2006/main">
            <a:off x="932688" y="4974336"/>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관련 없는 변경은 넓히지 않음</a:t>
            </a:r>
            <a:endParaRPr sz="1080"/>
          </a:p>
        </p:txBody>
      </p:sp>
      <p:sp>
        <p:nvSpPr>
          <p:cNvPr id="17" name="Shape 15">
            <a:extLst xmlns:a="http://schemas.openxmlformats.org/drawingml/2006/main">
              <a:ext uri="{FF2B5EF4-FFF2-40B4-BE49-F238E27FC236}">
                <a16:creationId xmlns:a16="http://schemas.microsoft.com/office/drawing/2014/main" id="{C10A8171-F19E-4FC2-ABCE-97C360C619A3}"/>
              </a:ext>
            </a:extLst>
          </p:cNvPr>
          <p:cNvSpPr>
            <a:spLocks xmlns:a="http://schemas.openxmlformats.org/drawingml/2006/main" noGrp="1"/>
          </p:cNvSpPr>
          <p:nvPr/>
        </p:nvSpPr>
        <p:spPr>
          <a:xfrm xmlns:a="http://schemas.openxmlformats.org/drawingml/2006/main">
            <a:off x="749808" y="5705856"/>
            <a:ext cx="91440" cy="91440"/>
          </a:xfrm>
          <a:prstGeom xmlns:a="http://schemas.openxmlformats.org/drawingml/2006/main" prst="ellipse">
            <a:avLst/>
          </a:prstGeom>
          <a:solidFill xmlns:a="http://schemas.openxmlformats.org/drawingml/2006/main">
            <a:srgbClr val="D97B3F"/>
          </a:solidFill>
        </p:spPr>
      </p:sp>
      <p:sp>
        <p:nvSpPr>
          <p:cNvPr id="18" name="Text 16">
            <a:extLst xmlns:a="http://schemas.openxmlformats.org/drawingml/2006/main">
              <a:ext uri="{FF2B5EF4-FFF2-40B4-BE49-F238E27FC236}">
                <a16:creationId xmlns:a16="http://schemas.microsoft.com/office/drawing/2014/main" id="{B3794FF6-29EB-42AE-B90A-524E7BBCDB2F}"/>
              </a:ext>
            </a:extLst>
          </p:cNvPr>
          <p:cNvSpPr>
            <a:spLocks xmlns:a="http://schemas.openxmlformats.org/drawingml/2006/main" noGrp="1"/>
          </p:cNvSpPr>
          <p:nvPr/>
        </p:nvSpPr>
        <p:spPr>
          <a:xfrm xmlns:a="http://schemas.openxmlformats.org/drawingml/2006/main">
            <a:off x="932688" y="559612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작업 뒤 검토 기준과 결과를 기록</a:t>
            </a:r>
            <a:endParaRPr sz="1080"/>
          </a:p>
        </p:txBody>
      </p:sp>
      <p:sp>
        <p:nvSpPr>
          <p:cNvPr id="19" name="Shape 17">
            <a:extLst xmlns:a="http://schemas.openxmlformats.org/drawingml/2006/main">
              <a:ext uri="{FF2B5EF4-FFF2-40B4-BE49-F238E27FC236}">
                <a16:creationId xmlns:a16="http://schemas.microsoft.com/office/drawing/2014/main" id="{E42CBC43-7B42-43D6-A20C-F3861C02BCAC}"/>
              </a:ext>
            </a:extLst>
          </p:cNvPr>
          <p:cNvSpPr>
            <a:spLocks xmlns:a="http://schemas.openxmlformats.org/drawingml/2006/main" noGrp="1"/>
          </p:cNvSpPr>
          <p:nvPr/>
        </p:nvSpPr>
        <p:spPr>
          <a:xfrm xmlns:a="http://schemas.openxmlformats.org/drawingml/2006/main">
            <a:off x="4416552"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20" name="Shape 18">
            <a:extLst xmlns:a="http://schemas.openxmlformats.org/drawingml/2006/main">
              <a:ext uri="{FF2B5EF4-FFF2-40B4-BE49-F238E27FC236}">
                <a16:creationId xmlns:a16="http://schemas.microsoft.com/office/drawing/2014/main" id="{2BC9F167-C97B-4681-961C-7C494A4B0E68}"/>
              </a:ext>
            </a:extLst>
          </p:cNvPr>
          <p:cNvSpPr>
            <a:spLocks xmlns:a="http://schemas.openxmlformats.org/drawingml/2006/main" noGrp="1"/>
          </p:cNvSpPr>
          <p:nvPr/>
        </p:nvSpPr>
        <p:spPr>
          <a:xfrm xmlns:a="http://schemas.openxmlformats.org/drawingml/2006/main">
            <a:off x="4599432" y="1783080"/>
            <a:ext cx="2990088" cy="548640"/>
          </a:xfrm>
          <a:prstGeom xmlns:a="http://schemas.openxmlformats.org/drawingml/2006/main" prst="roundRect">
            <a:avLst>
              <a:gd name="adj" fmla="val 10000"/>
            </a:avLst>
          </a:prstGeom>
          <a:solidFill xmlns:a="http://schemas.openxmlformats.org/drawingml/2006/main">
            <a:srgbClr val="3F8C82"/>
          </a:solidFill>
        </p:spPr>
      </p:sp>
      <p:sp>
        <p:nvSpPr>
          <p:cNvPr id="21" name="Text 19">
            <a:extLst xmlns:a="http://schemas.openxmlformats.org/drawingml/2006/main">
              <a:ext uri="{FF2B5EF4-FFF2-40B4-BE49-F238E27FC236}">
                <a16:creationId xmlns:a16="http://schemas.microsoft.com/office/drawing/2014/main" id="{E4D8A9B2-2C5D-46FD-AC7B-B30316AAB077}"/>
              </a:ext>
            </a:extLst>
          </p:cNvPr>
          <p:cNvSpPr>
            <a:spLocks xmlns:a="http://schemas.openxmlformats.org/drawingml/2006/main" noGrp="1"/>
          </p:cNvSpPr>
          <p:nvPr/>
        </p:nvSpPr>
        <p:spPr>
          <a:xfrm xmlns:a="http://schemas.openxmlformats.org/drawingml/2006/main">
            <a:off x="4690872"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B. 단순·최소 변경</a:t>
            </a:r>
            <a:endParaRPr sz="1200"/>
          </a:p>
        </p:txBody>
      </p:sp>
      <p:sp>
        <p:nvSpPr>
          <p:cNvPr id="22" name="Shape 20">
            <a:extLst xmlns:a="http://schemas.openxmlformats.org/drawingml/2006/main">
              <a:ext uri="{FF2B5EF4-FFF2-40B4-BE49-F238E27FC236}">
                <a16:creationId xmlns:a16="http://schemas.microsoft.com/office/drawing/2014/main" id="{90EE4976-E16D-45A4-A2AB-7264E4AE80C0}"/>
              </a:ext>
            </a:extLst>
          </p:cNvPr>
          <p:cNvSpPr>
            <a:spLocks xmlns:a="http://schemas.openxmlformats.org/drawingml/2006/main" noGrp="1"/>
          </p:cNvSpPr>
          <p:nvPr/>
        </p:nvSpPr>
        <p:spPr>
          <a:xfrm xmlns:a="http://schemas.openxmlformats.org/drawingml/2006/main">
            <a:off x="4617720" y="2596896"/>
            <a:ext cx="91440" cy="91440"/>
          </a:xfrm>
          <a:prstGeom xmlns:a="http://schemas.openxmlformats.org/drawingml/2006/main" prst="ellipse">
            <a:avLst/>
          </a:prstGeom>
          <a:solidFill xmlns:a="http://schemas.openxmlformats.org/drawingml/2006/main">
            <a:srgbClr val="3F8C82"/>
          </a:solidFill>
        </p:spPr>
      </p:sp>
      <p:sp>
        <p:nvSpPr>
          <p:cNvPr id="23" name="Text 21">
            <a:extLst xmlns:a="http://schemas.openxmlformats.org/drawingml/2006/main">
              <a:ext uri="{FF2B5EF4-FFF2-40B4-BE49-F238E27FC236}">
                <a16:creationId xmlns:a16="http://schemas.microsoft.com/office/drawing/2014/main" id="{038BA442-3CFD-468A-BEAB-AB07DFE8BDD1}"/>
              </a:ext>
            </a:extLst>
          </p:cNvPr>
          <p:cNvSpPr>
            <a:spLocks xmlns:a="http://schemas.openxmlformats.org/drawingml/2006/main" noGrp="1"/>
          </p:cNvSpPr>
          <p:nvPr/>
        </p:nvSpPr>
        <p:spPr>
          <a:xfrm xmlns:a="http://schemas.openxmlformats.org/drawingml/2006/main">
            <a:off x="4800600"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작업 범위를 규칙으로 명확히 제한</a:t>
            </a:r>
            <a:endParaRPr sz="1080"/>
          </a:p>
        </p:txBody>
      </p:sp>
      <p:sp>
        <p:nvSpPr>
          <p:cNvPr id="24" name="Shape 22">
            <a:extLst xmlns:a="http://schemas.openxmlformats.org/drawingml/2006/main">
              <a:ext uri="{FF2B5EF4-FFF2-40B4-BE49-F238E27FC236}">
                <a16:creationId xmlns:a16="http://schemas.microsoft.com/office/drawing/2014/main" id="{ADC4651C-A636-490B-84A4-ABB66D873A9B}"/>
              </a:ext>
            </a:extLst>
          </p:cNvPr>
          <p:cNvSpPr>
            <a:spLocks xmlns:a="http://schemas.openxmlformats.org/drawingml/2006/main" noGrp="1"/>
          </p:cNvSpPr>
          <p:nvPr/>
        </p:nvSpPr>
        <p:spPr>
          <a:xfrm xmlns:a="http://schemas.openxmlformats.org/drawingml/2006/main">
            <a:off x="4617720" y="3218688"/>
            <a:ext cx="91440" cy="91440"/>
          </a:xfrm>
          <a:prstGeom xmlns:a="http://schemas.openxmlformats.org/drawingml/2006/main" prst="ellipse">
            <a:avLst/>
          </a:prstGeom>
          <a:solidFill xmlns:a="http://schemas.openxmlformats.org/drawingml/2006/main">
            <a:srgbClr val="3F8C82"/>
          </a:solidFill>
        </p:spPr>
      </p:sp>
      <p:sp>
        <p:nvSpPr>
          <p:cNvPr id="25" name="Text 23">
            <a:extLst xmlns:a="http://schemas.openxmlformats.org/drawingml/2006/main">
              <a:ext uri="{FF2B5EF4-FFF2-40B4-BE49-F238E27FC236}">
                <a16:creationId xmlns:a16="http://schemas.microsoft.com/office/drawing/2014/main" id="{CD0BCE19-CE43-4244-B165-BD28C8C64675}"/>
              </a:ext>
            </a:extLst>
          </p:cNvPr>
          <p:cNvSpPr>
            <a:spLocks xmlns:a="http://schemas.openxmlformats.org/drawingml/2006/main" noGrp="1"/>
          </p:cNvSpPr>
          <p:nvPr/>
        </p:nvSpPr>
        <p:spPr>
          <a:xfrm xmlns:a="http://schemas.openxmlformats.org/drawingml/2006/main">
            <a:off x="4800600"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생성물·캐시는 작업 범위에서 제외</a:t>
            </a:r>
            <a:endParaRPr sz="1080"/>
          </a:p>
        </p:txBody>
      </p:sp>
      <p:sp>
        <p:nvSpPr>
          <p:cNvPr id="26" name="Shape 24">
            <a:extLst xmlns:a="http://schemas.openxmlformats.org/drawingml/2006/main">
              <a:ext uri="{FF2B5EF4-FFF2-40B4-BE49-F238E27FC236}">
                <a16:creationId xmlns:a16="http://schemas.microsoft.com/office/drawing/2014/main" id="{84650822-5F76-4E76-A40F-992FA38121EE}"/>
              </a:ext>
            </a:extLst>
          </p:cNvPr>
          <p:cNvSpPr>
            <a:spLocks xmlns:a="http://schemas.openxmlformats.org/drawingml/2006/main" noGrp="1"/>
          </p:cNvSpPr>
          <p:nvPr/>
        </p:nvSpPr>
        <p:spPr>
          <a:xfrm xmlns:a="http://schemas.openxmlformats.org/drawingml/2006/main">
            <a:off x="4617720" y="3840480"/>
            <a:ext cx="91440" cy="91440"/>
          </a:xfrm>
          <a:prstGeom xmlns:a="http://schemas.openxmlformats.org/drawingml/2006/main" prst="ellipse">
            <a:avLst/>
          </a:prstGeom>
          <a:solidFill xmlns:a="http://schemas.openxmlformats.org/drawingml/2006/main">
            <a:srgbClr val="3F8C82"/>
          </a:solidFill>
        </p:spPr>
      </p:sp>
      <p:sp>
        <p:nvSpPr>
          <p:cNvPr id="27" name="Text 25">
            <a:extLst xmlns:a="http://schemas.openxmlformats.org/drawingml/2006/main">
              <a:ext uri="{FF2B5EF4-FFF2-40B4-BE49-F238E27FC236}">
                <a16:creationId xmlns:a16="http://schemas.microsoft.com/office/drawing/2014/main" id="{9FC3FBAD-71DD-409E-A0B6-C08079F43099}"/>
              </a:ext>
            </a:extLst>
          </p:cNvPr>
          <p:cNvSpPr>
            <a:spLocks xmlns:a="http://schemas.openxmlformats.org/drawingml/2006/main" noGrp="1"/>
          </p:cNvSpPr>
          <p:nvPr/>
        </p:nvSpPr>
        <p:spPr>
          <a:xfrm xmlns:a="http://schemas.openxmlformats.org/drawingml/2006/main">
            <a:off x="4800600"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개인 설정은 필요한 진단 외 수정하지 않음</a:t>
            </a:r>
            <a:endParaRPr sz="1080"/>
          </a:p>
        </p:txBody>
      </p:sp>
      <p:sp>
        <p:nvSpPr>
          <p:cNvPr id="28" name="Shape 26">
            <a:extLst xmlns:a="http://schemas.openxmlformats.org/drawingml/2006/main">
              <a:ext uri="{FF2B5EF4-FFF2-40B4-BE49-F238E27FC236}">
                <a16:creationId xmlns:a16="http://schemas.microsoft.com/office/drawing/2014/main" id="{EE2D961C-98BF-405A-B2B2-29AA8D225D15}"/>
              </a:ext>
            </a:extLst>
          </p:cNvPr>
          <p:cNvSpPr>
            <a:spLocks xmlns:a="http://schemas.openxmlformats.org/drawingml/2006/main" noGrp="1"/>
          </p:cNvSpPr>
          <p:nvPr/>
        </p:nvSpPr>
        <p:spPr>
          <a:xfrm xmlns:a="http://schemas.openxmlformats.org/drawingml/2006/main">
            <a:off x="4617720" y="4462272"/>
            <a:ext cx="91440" cy="91440"/>
          </a:xfrm>
          <a:prstGeom xmlns:a="http://schemas.openxmlformats.org/drawingml/2006/main" prst="ellipse">
            <a:avLst/>
          </a:prstGeom>
          <a:solidFill xmlns:a="http://schemas.openxmlformats.org/drawingml/2006/main">
            <a:srgbClr val="3F8C82"/>
          </a:solidFill>
        </p:spPr>
      </p:sp>
      <p:sp>
        <p:nvSpPr>
          <p:cNvPr id="29" name="Text 27">
            <a:extLst xmlns:a="http://schemas.openxmlformats.org/drawingml/2006/main">
              <a:ext uri="{FF2B5EF4-FFF2-40B4-BE49-F238E27FC236}">
                <a16:creationId xmlns:a16="http://schemas.microsoft.com/office/drawing/2014/main" id="{7BC68D83-D64E-4BF4-B5F5-8D565EE8DFBA}"/>
              </a:ext>
            </a:extLst>
          </p:cNvPr>
          <p:cNvSpPr>
            <a:spLocks xmlns:a="http://schemas.openxmlformats.org/drawingml/2006/main" noGrp="1"/>
          </p:cNvSpPr>
          <p:nvPr/>
        </p:nvSpPr>
        <p:spPr>
          <a:xfrm xmlns:a="http://schemas.openxmlformats.org/drawingml/2006/main">
            <a:off x="4800600" y="4352544"/>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필수 영역만 최소 변경</a:t>
            </a:r>
            <a:endParaRPr sz="1080"/>
          </a:p>
        </p:txBody>
      </p:sp>
      <p:sp>
        <p:nvSpPr>
          <p:cNvPr id="30" name="Shape 28">
            <a:extLst xmlns:a="http://schemas.openxmlformats.org/drawingml/2006/main">
              <a:ext uri="{FF2B5EF4-FFF2-40B4-BE49-F238E27FC236}">
                <a16:creationId xmlns:a16="http://schemas.microsoft.com/office/drawing/2014/main" id="{4085B0D7-7123-40D1-98CB-1A1F41269272}"/>
              </a:ext>
            </a:extLst>
          </p:cNvPr>
          <p:cNvSpPr>
            <a:spLocks xmlns:a="http://schemas.openxmlformats.org/drawingml/2006/main" noGrp="1"/>
          </p:cNvSpPr>
          <p:nvPr/>
        </p:nvSpPr>
        <p:spPr>
          <a:xfrm xmlns:a="http://schemas.openxmlformats.org/drawingml/2006/main">
            <a:off x="8284464" y="1600200"/>
            <a:ext cx="3355848" cy="4663440"/>
          </a:xfrm>
          <a:prstGeom xmlns:a="http://schemas.openxmlformats.org/drawingml/2006/main" prst="roundRect">
            <a:avLst>
              <a:gd name="adj" fmla="val 2180"/>
            </a:avLst>
          </a:prstGeom>
          <a:solidFill xmlns:a="http://schemas.openxmlformats.org/drawingml/2006/main">
            <a:srgbClr val="FFFFFF"/>
          </a:solidFill>
          <a:ln xmlns:a="http://schemas.openxmlformats.org/drawingml/2006/main" w="12700">
            <a:solidFill>
              <a:srgbClr val="E4D5BE"/>
            </a:solidFill>
            <a:prstDash val="solid"/>
          </a:ln>
        </p:spPr>
      </p:sp>
      <p:sp>
        <p:nvSpPr>
          <p:cNvPr id="31" name="Shape 29">
            <a:extLst xmlns:a="http://schemas.openxmlformats.org/drawingml/2006/main">
              <a:ext uri="{FF2B5EF4-FFF2-40B4-BE49-F238E27FC236}">
                <a16:creationId xmlns:a16="http://schemas.microsoft.com/office/drawing/2014/main" id="{432E9192-0FE5-4C9A-A2DC-4316F178CC36}"/>
              </a:ext>
            </a:extLst>
          </p:cNvPr>
          <p:cNvSpPr>
            <a:spLocks xmlns:a="http://schemas.openxmlformats.org/drawingml/2006/main" noGrp="1"/>
          </p:cNvSpPr>
          <p:nvPr/>
        </p:nvSpPr>
        <p:spPr>
          <a:xfrm xmlns:a="http://schemas.openxmlformats.org/drawingml/2006/main">
            <a:off x="8467344" y="1783080"/>
            <a:ext cx="2990088" cy="548640"/>
          </a:xfrm>
          <a:prstGeom xmlns:a="http://schemas.openxmlformats.org/drawingml/2006/main" prst="roundRect">
            <a:avLst>
              <a:gd name="adj" fmla="val 10000"/>
            </a:avLst>
          </a:prstGeom>
          <a:solidFill xmlns:a="http://schemas.openxmlformats.org/drawingml/2006/main">
            <a:srgbClr val="7A7267"/>
          </a:solidFill>
        </p:spPr>
      </p:sp>
      <p:sp>
        <p:nvSpPr>
          <p:cNvPr id="32" name="Text 30">
            <a:extLst xmlns:a="http://schemas.openxmlformats.org/drawingml/2006/main">
              <a:ext uri="{FF2B5EF4-FFF2-40B4-BE49-F238E27FC236}">
                <a16:creationId xmlns:a16="http://schemas.microsoft.com/office/drawing/2014/main" id="{CF4DA342-8F01-452B-9E02-7F4C46D989BD}"/>
              </a:ext>
            </a:extLst>
          </p:cNvPr>
          <p:cNvSpPr>
            <a:spLocks xmlns:a="http://schemas.openxmlformats.org/drawingml/2006/main" noGrp="1"/>
          </p:cNvSpPr>
          <p:nvPr/>
        </p:nvSpPr>
        <p:spPr>
          <a:xfrm xmlns:a="http://schemas.openxmlformats.org/drawingml/2006/main">
            <a:off x="8558784" y="1783080"/>
            <a:ext cx="2807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7ECDA"/>
                </a:solidFill>
                <a:latin typeface="맑은 고딕"/>
                <a:ea typeface="맑은 고딕"/>
                <a:cs typeface="맑은 고딕"/>
              </a:rPr>
              <a:t>C. 목표·검증 반복</a:t>
            </a:r>
            <a:endParaRPr sz="1200"/>
          </a:p>
        </p:txBody>
      </p:sp>
      <p:sp>
        <p:nvSpPr>
          <p:cNvPr id="33" name="Shape 31">
            <a:extLst xmlns:a="http://schemas.openxmlformats.org/drawingml/2006/main">
              <a:ext uri="{FF2B5EF4-FFF2-40B4-BE49-F238E27FC236}">
                <a16:creationId xmlns:a16="http://schemas.microsoft.com/office/drawing/2014/main" id="{4EB35EE9-CA9F-4863-97F5-5E5B612386CD}"/>
              </a:ext>
            </a:extLst>
          </p:cNvPr>
          <p:cNvSpPr>
            <a:spLocks xmlns:a="http://schemas.openxmlformats.org/drawingml/2006/main" noGrp="1"/>
          </p:cNvSpPr>
          <p:nvPr/>
        </p:nvSpPr>
        <p:spPr>
          <a:xfrm xmlns:a="http://schemas.openxmlformats.org/drawingml/2006/main">
            <a:off x="8485632" y="2596896"/>
            <a:ext cx="91440" cy="91440"/>
          </a:xfrm>
          <a:prstGeom xmlns:a="http://schemas.openxmlformats.org/drawingml/2006/main" prst="ellipse">
            <a:avLst/>
          </a:prstGeom>
          <a:solidFill xmlns:a="http://schemas.openxmlformats.org/drawingml/2006/main">
            <a:srgbClr val="7A7267"/>
          </a:solidFill>
        </p:spPr>
      </p:sp>
      <p:sp>
        <p:nvSpPr>
          <p:cNvPr id="34" name="Text 32">
            <a:extLst xmlns:a="http://schemas.openxmlformats.org/drawingml/2006/main">
              <a:ext uri="{FF2B5EF4-FFF2-40B4-BE49-F238E27FC236}">
                <a16:creationId xmlns:a16="http://schemas.microsoft.com/office/drawing/2014/main" id="{B26A9576-2604-4B34-A1F8-8B7D90D73A62}"/>
              </a:ext>
            </a:extLst>
          </p:cNvPr>
          <p:cNvSpPr>
            <a:spLocks xmlns:a="http://schemas.openxmlformats.org/drawingml/2006/main" noGrp="1"/>
          </p:cNvSpPr>
          <p:nvPr/>
        </p:nvSpPr>
        <p:spPr>
          <a:xfrm xmlns:a="http://schemas.openxmlformats.org/drawingml/2006/main">
            <a:off x="8668512" y="2487168"/>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결과·제약·완료 기준을 먼저 제시</a:t>
            </a:r>
            <a:endParaRPr sz="1080"/>
          </a:p>
        </p:txBody>
      </p:sp>
      <p:sp>
        <p:nvSpPr>
          <p:cNvPr id="35" name="Shape 33">
            <a:extLst xmlns:a="http://schemas.openxmlformats.org/drawingml/2006/main">
              <a:ext uri="{FF2B5EF4-FFF2-40B4-BE49-F238E27FC236}">
                <a16:creationId xmlns:a16="http://schemas.microsoft.com/office/drawing/2014/main" id="{B33CE9C9-A853-45BF-B0CC-2BDA0A37CD91}"/>
              </a:ext>
            </a:extLst>
          </p:cNvPr>
          <p:cNvSpPr>
            <a:spLocks xmlns:a="http://schemas.openxmlformats.org/drawingml/2006/main" noGrp="1"/>
          </p:cNvSpPr>
          <p:nvPr/>
        </p:nvSpPr>
        <p:spPr>
          <a:xfrm xmlns:a="http://schemas.openxmlformats.org/drawingml/2006/main">
            <a:off x="8485632" y="3218688"/>
            <a:ext cx="91440" cy="91440"/>
          </a:xfrm>
          <a:prstGeom xmlns:a="http://schemas.openxmlformats.org/drawingml/2006/main" prst="ellipse">
            <a:avLst/>
          </a:prstGeom>
          <a:solidFill xmlns:a="http://schemas.openxmlformats.org/drawingml/2006/main">
            <a:srgbClr val="7A7267"/>
          </a:solidFill>
        </p:spPr>
      </p:sp>
      <p:sp>
        <p:nvSpPr>
          <p:cNvPr id="36" name="Text 34">
            <a:extLst xmlns:a="http://schemas.openxmlformats.org/drawingml/2006/main">
              <a:ext uri="{FF2B5EF4-FFF2-40B4-BE49-F238E27FC236}">
                <a16:creationId xmlns:a16="http://schemas.microsoft.com/office/drawing/2014/main" id="{5DFCF36B-28B7-4E63-A3D4-05687B0131C6}"/>
              </a:ext>
            </a:extLst>
          </p:cNvPr>
          <p:cNvSpPr>
            <a:spLocks xmlns:a="http://schemas.openxmlformats.org/drawingml/2006/main" noGrp="1"/>
          </p:cNvSpPr>
          <p:nvPr/>
        </p:nvSpPr>
        <p:spPr>
          <a:xfrm xmlns:a="http://schemas.openxmlformats.org/drawingml/2006/main">
            <a:off x="8668512" y="3108960"/>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검수·수정으로 결과를 반복 보완</a:t>
            </a:r>
            <a:endParaRPr sz="1080"/>
          </a:p>
        </p:txBody>
      </p:sp>
      <p:sp>
        <p:nvSpPr>
          <p:cNvPr id="37" name="Shape 35">
            <a:extLst xmlns:a="http://schemas.openxmlformats.org/drawingml/2006/main">
              <a:ext uri="{FF2B5EF4-FFF2-40B4-BE49-F238E27FC236}">
                <a16:creationId xmlns:a16="http://schemas.microsoft.com/office/drawing/2014/main" id="{1A38988B-0EBD-445A-932B-7128ACBFE1F2}"/>
              </a:ext>
            </a:extLst>
          </p:cNvPr>
          <p:cNvSpPr>
            <a:spLocks xmlns:a="http://schemas.openxmlformats.org/drawingml/2006/main" noGrp="1"/>
          </p:cNvSpPr>
          <p:nvPr/>
        </p:nvSpPr>
        <p:spPr>
          <a:xfrm xmlns:a="http://schemas.openxmlformats.org/drawingml/2006/main">
            <a:off x="8485632" y="3840480"/>
            <a:ext cx="91440" cy="91440"/>
          </a:xfrm>
          <a:prstGeom xmlns:a="http://schemas.openxmlformats.org/drawingml/2006/main" prst="ellipse">
            <a:avLst/>
          </a:prstGeom>
          <a:solidFill xmlns:a="http://schemas.openxmlformats.org/drawingml/2006/main">
            <a:srgbClr val="7A7267"/>
          </a:solidFill>
        </p:spPr>
      </p:sp>
      <p:sp>
        <p:nvSpPr>
          <p:cNvPr id="38" name="Text 36">
            <a:extLst xmlns:a="http://schemas.openxmlformats.org/drawingml/2006/main">
              <a:ext uri="{FF2B5EF4-FFF2-40B4-BE49-F238E27FC236}">
                <a16:creationId xmlns:a16="http://schemas.microsoft.com/office/drawing/2014/main" id="{102350B8-9506-4B16-8DA6-C1BC93C44334}"/>
              </a:ext>
            </a:extLst>
          </p:cNvPr>
          <p:cNvSpPr>
            <a:spLocks xmlns:a="http://schemas.openxmlformats.org/drawingml/2006/main" noGrp="1"/>
          </p:cNvSpPr>
          <p:nvPr/>
        </p:nvSpPr>
        <p:spPr>
          <a:xfrm xmlns:a="http://schemas.openxmlformats.org/drawingml/2006/main">
            <a:off x="8668512" y="3730752"/>
            <a:ext cx="2788920"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5000"/>
              </a:lnSpc>
              <a:buNone/>
            </a:pPr>
            <a:r>
              <a:rPr sz="1080">
                <a:solidFill>
                  <a:srgbClr val="3D2B1F"/>
                </a:solidFill>
                <a:latin typeface="맑은 고딕"/>
                <a:ea typeface="맑은 고딕"/>
                <a:cs typeface="맑은 고딕"/>
              </a:rPr>
              <a:t>불필요한 접근을 줄여 속도와 집중도 확보</a:t>
            </a:r>
            <a:endParaRPr sz="1080"/>
          </a:p>
        </p:txBody>
      </p:sp>
      <p:sp>
        <p:nvSpPr>
          <p:cNvPr id="39" name="Text 37">
            <a:extLst xmlns:a="http://schemas.openxmlformats.org/drawingml/2006/main">
              <a:ext uri="{FF2B5EF4-FFF2-40B4-BE49-F238E27FC236}">
                <a16:creationId xmlns:a16="http://schemas.microsoft.com/office/drawing/2014/main" id="{5B3EA599-B173-401C-ABD8-03C8568D3CD2}"/>
              </a:ext>
            </a:extLst>
          </p:cNvPr>
          <p:cNvSpPr>
            <a:spLocks xmlns:a="http://schemas.openxmlformats.org/drawingml/2006/main" noGrp="1"/>
          </p:cNvSpPr>
          <p:nvPr/>
        </p:nvSpPr>
        <p:spPr>
          <a:xfrm xmlns:a="http://schemas.openxmlformats.org/drawingml/2006/main">
            <a:off x="548640" y="6355080"/>
            <a:ext cx="1109167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9C8A76"/>
                </a:solidFill>
                <a:latin typeface="맑은 고딕"/>
                <a:ea typeface="맑은 고딕"/>
                <a:cs typeface="맑은 고딕"/>
              </a:rPr>
              <a:t>명확한 AGENTS.md 작업 규칙은 탐색·변경 범위를 고정해 불필요한 접근을 막고 검증까지의 시간을 단축합니다.</a:t>
            </a:r>
            <a:endParaRPr sz="1000"/>
          </a:p>
        </p:txBody>
      </p:sp>
      <p:sp>
        <p:nvSpPr>
          <p:cNvPr id="40" name="Text 38">
            <a:extLst xmlns:a="http://schemas.openxmlformats.org/drawingml/2006/main">
              <a:ext uri="{FF2B5EF4-FFF2-40B4-BE49-F238E27FC236}">
                <a16:creationId xmlns:a16="http://schemas.microsoft.com/office/drawing/2014/main" id="{8A6879AF-A834-46BB-84FD-58464CA09CE2}"/>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41" name="Text 39">
            <a:extLst xmlns:a="http://schemas.openxmlformats.org/drawingml/2006/main">
              <a:ext uri="{FF2B5EF4-FFF2-40B4-BE49-F238E27FC236}">
                <a16:creationId xmlns:a16="http://schemas.microsoft.com/office/drawing/2014/main" id="{63306242-CA5C-4804-9289-7D7C0A783010}"/>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12</a:t>
            </a:r>
            <a:endParaRPr sz="900"/>
          </a:p>
        </p:txBody>
      </p:sp>
    </p:spTree>
    <p:extLst>
      <p:ext uri="{BB962C8B-B14F-4D97-AF65-F5344CB8AC3E}">
        <p14:creationId xmlns:p14="http://schemas.microsoft.com/office/powerpoint/2010/main" val="1613329509"/>
      </p:ext>
    </p:extLst>
  </p:cSld>
</p:sld>
</file>

<file path=ppt/slides/slide13.xml><?xml version="1.0" encoding="utf-8"?>
<p:sld xmlns:p="http://schemas.openxmlformats.org/presentationml/2006/main">
  <p:cSld>
    <p:bg>
      <p:bgPr>
        <a:solidFill xmlns:a="http://schemas.openxmlformats.org/drawingml/2006/main">
          <a:srgbClr val="FBF3E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E1140D-8EF5-4EFC-B460-31C8C1E7A098}"/>
              </a:ext>
            </a:extLst>
          </p:cNvPr>
          <p:cNvSpPr>
            <a:spLocks xmlns:a="http://schemas.openxmlformats.org/drawingml/2006/main" noGrp="1"/>
          </p:cNvSpPr>
          <p:nvPr/>
        </p:nvSpPr>
        <p:spPr>
          <a:xfrm xmlns:a="http://schemas.openxmlformats.org/drawingml/2006/main">
            <a:off x="548640" y="36576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CODE FOUNDATION · 구성된 워크플로</a:t>
            </a:r>
            <a:endParaRPr sz="1200"/>
          </a:p>
        </p:txBody>
      </p:sp>
      <p:sp>
        <p:nvSpPr>
          <p:cNvPr id="3" name="Text 1">
            <a:extLst xmlns:a="http://schemas.openxmlformats.org/drawingml/2006/main">
              <a:ext uri="{FF2B5EF4-FFF2-40B4-BE49-F238E27FC236}">
                <a16:creationId xmlns:a16="http://schemas.microsoft.com/office/drawing/2014/main" id="{F4C8B298-FD5E-4339-AE68-859B6A3A72DC}"/>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900" b="1">
                <a:solidFill>
                  <a:srgbClr val="3D2B1F"/>
                </a:solidFill>
                <a:latin typeface="맑은 고딕"/>
                <a:ea typeface="맑은 고딕"/>
                <a:cs typeface="맑은 고딕"/>
              </a:rPr>
              <a:t>코드 파운데이션과 작성 가이드</a:t>
            </a:r>
            <a:endParaRPr sz="2900"/>
          </a:p>
        </p:txBody>
      </p:sp>
      <p:sp>
        <p:nvSpPr>
          <p:cNvPr id="4" name="Shape 2">
            <a:extLst xmlns:a="http://schemas.openxmlformats.org/drawingml/2006/main">
              <a:ext uri="{FF2B5EF4-FFF2-40B4-BE49-F238E27FC236}">
                <a16:creationId xmlns:a16="http://schemas.microsoft.com/office/drawing/2014/main" id="{E9093002-4030-4FF8-AADA-17AA48885B2A}"/>
              </a:ext>
            </a:extLst>
          </p:cNvPr>
          <p:cNvSpPr>
            <a:spLocks xmlns:a="http://schemas.openxmlformats.org/drawingml/2006/main" noGrp="1"/>
          </p:cNvSpPr>
          <p:nvPr/>
        </p:nvSpPr>
        <p:spPr>
          <a:xfrm xmlns:a="http://schemas.openxmlformats.org/drawingml/2006/main">
            <a:off x="548640" y="1554480"/>
            <a:ext cx="5349240" cy="4297680"/>
          </a:xfrm>
          <a:prstGeom xmlns:a="http://schemas.openxmlformats.org/drawingml/2006/main" prst="roundRect">
            <a:avLst>
              <a:gd name="adj" fmla="val 1702"/>
            </a:avLst>
          </a:prstGeom>
          <a:solidFill xmlns:a="http://schemas.openxmlformats.org/drawingml/2006/main">
            <a:srgbClr val="F3E6D2"/>
          </a:solidFill>
        </p:spPr>
      </p:sp>
      <p:sp>
        <p:nvSpPr>
          <p:cNvPr id="5" name="Text 3">
            <a:extLst xmlns:a="http://schemas.openxmlformats.org/drawingml/2006/main">
              <a:ext uri="{FF2B5EF4-FFF2-40B4-BE49-F238E27FC236}">
                <a16:creationId xmlns:a16="http://schemas.microsoft.com/office/drawing/2014/main" id="{B30685A0-5542-4089-889F-777DFFF713DE}"/>
              </a:ext>
            </a:extLst>
          </p:cNvPr>
          <p:cNvSpPr>
            <a:spLocks xmlns:a="http://schemas.openxmlformats.org/drawingml/2006/main" noGrp="1"/>
          </p:cNvSpPr>
          <p:nvPr/>
        </p:nvSpPr>
        <p:spPr>
          <a:xfrm xmlns:a="http://schemas.openxmlformats.org/drawingml/2006/main">
            <a:off x="822960" y="1737360"/>
            <a:ext cx="4800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3F8C82"/>
                </a:solidFill>
                <a:latin typeface="맑은 고딕"/>
                <a:ea typeface="맑은 고딕"/>
                <a:cs typeface="맑은 고딕"/>
              </a:rPr>
              <a:t>기준 문서와 맥락</a:t>
            </a:r>
            <a:endParaRPr sz="1450"/>
          </a:p>
        </p:txBody>
      </p:sp>
      <p:sp>
        <p:nvSpPr>
          <p:cNvPr id="6" name="Text 4">
            <a:extLst xmlns:a="http://schemas.openxmlformats.org/drawingml/2006/main">
              <a:ext uri="{FF2B5EF4-FFF2-40B4-BE49-F238E27FC236}">
                <a16:creationId xmlns:a16="http://schemas.microsoft.com/office/drawing/2014/main" id="{D3A643FF-AF94-43A1-8D45-B4D131F00249}"/>
              </a:ext>
            </a:extLst>
          </p:cNvPr>
          <p:cNvSpPr>
            <a:spLocks xmlns:a="http://schemas.openxmlformats.org/drawingml/2006/main" noGrp="1"/>
          </p:cNvSpPr>
          <p:nvPr/>
        </p:nvSpPr>
        <p:spPr>
          <a:xfrm xmlns:a="http://schemas.openxmlformats.org/drawingml/2006/main">
            <a:off x="822960" y="2103120"/>
            <a:ext cx="480060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5000"/>
              </a:lnSpc>
              <a:buNone/>
            </a:pPr>
            <a:r>
              <a:rPr sz="1150">
                <a:solidFill>
                  <a:srgbClr val="3D2B1F"/>
                </a:solidFill>
                <a:latin typeface="맑은 고딕"/>
                <a:ea typeface="맑은 고딕"/>
                <a:cs typeface="맑은 고딕"/>
              </a:rPr>
              <a:t>코드 컨벤션·MVP 아키텍처·AGENTS.md를 먼저 확인하고, 기존 구조·의존성·파일 경로를 이해한 뒤 필요한 부분만 변경합니다.</a:t>
            </a:r>
            <a:endParaRPr sz="1150"/>
          </a:p>
        </p:txBody>
      </p:sp>
      <p:sp>
        <p:nvSpPr>
          <p:cNvPr id="7" name="Text 5">
            <a:extLst xmlns:a="http://schemas.openxmlformats.org/drawingml/2006/main">
              <a:ext uri="{FF2B5EF4-FFF2-40B4-BE49-F238E27FC236}">
                <a16:creationId xmlns:a16="http://schemas.microsoft.com/office/drawing/2014/main" id="{10210CF8-693F-4635-90BA-1D0D30FF2F82}"/>
              </a:ext>
            </a:extLst>
          </p:cNvPr>
          <p:cNvSpPr>
            <a:spLocks xmlns:a="http://schemas.openxmlformats.org/drawingml/2006/main" noGrp="1"/>
          </p:cNvSpPr>
          <p:nvPr/>
        </p:nvSpPr>
        <p:spPr>
          <a:xfrm xmlns:a="http://schemas.openxmlformats.org/drawingml/2006/main">
            <a:off x="822960" y="28346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작성 기준</a:t>
            </a:r>
            <a:endParaRPr sz="1200"/>
          </a:p>
        </p:txBody>
      </p:sp>
      <p:sp>
        <p:nvSpPr>
          <p:cNvPr id="8" name="Text 6">
            <a:extLst xmlns:a="http://schemas.openxmlformats.org/drawingml/2006/main">
              <a:ext uri="{FF2B5EF4-FFF2-40B4-BE49-F238E27FC236}">
                <a16:creationId xmlns:a16="http://schemas.microsoft.com/office/drawing/2014/main" id="{E51EC0BD-18AC-40AB-9A55-FC03CE553766}"/>
              </a:ext>
            </a:extLst>
          </p:cNvPr>
          <p:cNvSpPr>
            <a:spLocks xmlns:a="http://schemas.openxmlformats.org/drawingml/2006/main" noGrp="1"/>
          </p:cNvSpPr>
          <p:nvPr/>
        </p:nvSpPr>
        <p:spPr>
          <a:xfrm xmlns:a="http://schemas.openxmlformats.org/drawingml/2006/main">
            <a:off x="914400" y="3154680"/>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전제와 영향 범위를 먼저 확인</a:t>
            </a:r>
            <a:endParaRPr sz="1200"/>
          </a:p>
        </p:txBody>
      </p:sp>
      <p:sp>
        <p:nvSpPr>
          <p:cNvPr id="9" name="Text 7">
            <a:extLst xmlns:a="http://schemas.openxmlformats.org/drawingml/2006/main">
              <a:ext uri="{FF2B5EF4-FFF2-40B4-BE49-F238E27FC236}">
                <a16:creationId xmlns:a16="http://schemas.microsoft.com/office/drawing/2014/main" id="{10CAB84A-3FBF-4284-97F3-A481E3DD8A64}"/>
              </a:ext>
            </a:extLst>
          </p:cNvPr>
          <p:cNvSpPr>
            <a:spLocks xmlns:a="http://schemas.openxmlformats.org/drawingml/2006/main" noGrp="1"/>
          </p:cNvSpPr>
          <p:nvPr/>
        </p:nvSpPr>
        <p:spPr>
          <a:xfrm xmlns:a="http://schemas.openxmlformats.org/drawingml/2006/main">
            <a:off x="914400" y="3474720"/>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최소 코드로 요청 기능만 구현</a:t>
            </a:r>
            <a:endParaRPr sz="1200"/>
          </a:p>
        </p:txBody>
      </p:sp>
      <p:sp>
        <p:nvSpPr>
          <p:cNvPr id="10" name="Text 8">
            <a:extLst xmlns:a="http://schemas.openxmlformats.org/drawingml/2006/main">
              <a:ext uri="{FF2B5EF4-FFF2-40B4-BE49-F238E27FC236}">
                <a16:creationId xmlns:a16="http://schemas.microsoft.com/office/drawing/2014/main" id="{93A51BC9-35FE-4980-B839-34BB40A2ACC1}"/>
              </a:ext>
            </a:extLst>
          </p:cNvPr>
          <p:cNvSpPr>
            <a:spLocks xmlns:a="http://schemas.openxmlformats.org/drawingml/2006/main" noGrp="1"/>
          </p:cNvSpPr>
          <p:nvPr/>
        </p:nvSpPr>
        <p:spPr>
          <a:xfrm xmlns:a="http://schemas.openxmlformats.org/drawingml/2006/main">
            <a:off x="914400" y="3794760"/>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3D2B1F"/>
                </a:solidFill>
                <a:latin typeface="맑은 고딕"/>
                <a:ea typeface="맑은 고딕"/>
                <a:cs typeface="맑은 고딕"/>
              </a:rPr>
              <a:t>• 기존 스타일·구조를 임의로 바꾸지 않음</a:t>
            </a:r>
            <a:endParaRPr sz="1200"/>
          </a:p>
        </p:txBody>
      </p:sp>
      <p:sp>
        <p:nvSpPr>
          <p:cNvPr id="11" name="Text 9">
            <a:extLst xmlns:a="http://schemas.openxmlformats.org/drawingml/2006/main">
              <a:ext uri="{FF2B5EF4-FFF2-40B4-BE49-F238E27FC236}">
                <a16:creationId xmlns:a16="http://schemas.microsoft.com/office/drawing/2014/main" id="{827681A6-7551-4381-B2E8-A3B85DEB8E17}"/>
              </a:ext>
            </a:extLst>
          </p:cNvPr>
          <p:cNvSpPr>
            <a:spLocks xmlns:a="http://schemas.openxmlformats.org/drawingml/2006/main" noGrp="1"/>
          </p:cNvSpPr>
          <p:nvPr/>
        </p:nvSpPr>
        <p:spPr>
          <a:xfrm xmlns:a="http://schemas.openxmlformats.org/drawingml/2006/main">
            <a:off x="822960" y="4224528"/>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3F8C82"/>
                </a:solidFill>
                <a:latin typeface="맑은 고딕"/>
                <a:ea typeface="맑은 고딕"/>
                <a:cs typeface="맑은 고딕"/>
              </a:rPr>
              <a:t>맥락 확인</a:t>
            </a:r>
            <a:endParaRPr sz="1200"/>
          </a:p>
        </p:txBody>
      </p:sp>
      <p:sp>
        <p:nvSpPr>
          <p:cNvPr id="12" name="Text 10">
            <a:extLst xmlns:a="http://schemas.openxmlformats.org/drawingml/2006/main">
              <a:ext uri="{FF2B5EF4-FFF2-40B4-BE49-F238E27FC236}">
                <a16:creationId xmlns:a16="http://schemas.microsoft.com/office/drawing/2014/main" id="{1BCBA5CC-6298-4401-A57C-AD507DB262B3}"/>
              </a:ext>
            </a:extLst>
          </p:cNvPr>
          <p:cNvSpPr>
            <a:spLocks xmlns:a="http://schemas.openxmlformats.org/drawingml/2006/main" noGrp="1"/>
          </p:cNvSpPr>
          <p:nvPr/>
        </p:nvSpPr>
        <p:spPr>
          <a:xfrm xmlns:a="http://schemas.openxmlformats.org/drawingml/2006/main">
            <a:off x="914400" y="4535424"/>
            <a:ext cx="466344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5000"/>
              </a:lnSpc>
              <a:buNone/>
            </a:pPr>
            <a:r>
              <a:rPr sz="1050">
                <a:solidFill>
                  <a:srgbClr val="3D2B1F"/>
                </a:solidFill>
                <a:latin typeface="Consolas"/>
                <a:ea typeface="Consolas"/>
                <a:cs typeface="Consolas"/>
              </a:rPr>
              <a:t>Graphify query·path·explain으로 변경 전 경로와 관련 코드를 확인</a:t>
            </a:r>
            <a:endParaRPr sz="1050"/>
          </a:p>
        </p:txBody>
      </p:sp>
      <p:sp>
        <p:nvSpPr>
          <p:cNvPr id="13" name="Shape 11">
            <a:extLst xmlns:a="http://schemas.openxmlformats.org/drawingml/2006/main">
              <a:ext uri="{FF2B5EF4-FFF2-40B4-BE49-F238E27FC236}">
                <a16:creationId xmlns:a16="http://schemas.microsoft.com/office/drawing/2014/main" id="{7246BBD7-43D0-4264-9EE0-58DBD831110E}"/>
              </a:ext>
            </a:extLst>
          </p:cNvPr>
          <p:cNvSpPr>
            <a:spLocks xmlns:a="http://schemas.openxmlformats.org/drawingml/2006/main" noGrp="1"/>
          </p:cNvSpPr>
          <p:nvPr/>
        </p:nvSpPr>
        <p:spPr>
          <a:xfrm xmlns:a="http://schemas.openxmlformats.org/drawingml/2006/main">
            <a:off x="6263640" y="1554480"/>
            <a:ext cx="5349240" cy="233172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12700">
            <a:solidFill>
              <a:srgbClr val="E4D5BE"/>
            </a:solidFill>
            <a:prstDash val="solid"/>
          </a:ln>
        </p:spPr>
      </p:sp>
      <p:sp>
        <p:nvSpPr>
          <p:cNvPr id="14" name="Text 12">
            <a:extLst xmlns:a="http://schemas.openxmlformats.org/drawingml/2006/main">
              <a:ext uri="{FF2B5EF4-FFF2-40B4-BE49-F238E27FC236}">
                <a16:creationId xmlns:a16="http://schemas.microsoft.com/office/drawing/2014/main" id="{A896FE83-D530-4D1F-9C42-FC1FE3C8EA29}"/>
              </a:ext>
            </a:extLst>
          </p:cNvPr>
          <p:cNvSpPr>
            <a:spLocks xmlns:a="http://schemas.openxmlformats.org/drawingml/2006/main" noGrp="1"/>
          </p:cNvSpPr>
          <p:nvPr/>
        </p:nvSpPr>
        <p:spPr>
          <a:xfrm xmlns:a="http://schemas.openxmlformats.org/drawingml/2006/main">
            <a:off x="6537960" y="1737360"/>
            <a:ext cx="4800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3F8C82"/>
                </a:solidFill>
                <a:latin typeface="맑은 고딕"/>
                <a:ea typeface="맑은 고딕"/>
                <a:cs typeface="맑은 고딕"/>
              </a:rPr>
              <a:t>구현·검증 흐름</a:t>
            </a:r>
            <a:endParaRPr sz="1450"/>
          </a:p>
        </p:txBody>
      </p:sp>
      <p:sp>
        <p:nvSpPr>
          <p:cNvPr id="15" name="Text 13">
            <a:extLst xmlns:a="http://schemas.openxmlformats.org/drawingml/2006/main">
              <a:ext uri="{FF2B5EF4-FFF2-40B4-BE49-F238E27FC236}">
                <a16:creationId xmlns:a16="http://schemas.microsoft.com/office/drawing/2014/main" id="{00D2B8BC-F9E7-4D0A-A6C3-E506C305B6F1}"/>
              </a:ext>
            </a:extLst>
          </p:cNvPr>
          <p:cNvSpPr>
            <a:spLocks xmlns:a="http://schemas.openxmlformats.org/drawingml/2006/main" noGrp="1"/>
          </p:cNvSpPr>
          <p:nvPr/>
        </p:nvSpPr>
        <p:spPr>
          <a:xfrm xmlns:a="http://schemas.openxmlformats.org/drawingml/2006/main">
            <a:off x="6537960" y="2103120"/>
            <a:ext cx="4800600" cy="1645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200">
                <a:solidFill>
                  <a:srgbClr val="3D2B1F"/>
                </a:solidFill>
                <a:latin typeface="맑은 고딕"/>
                <a:ea typeface="맑은 고딕"/>
                <a:cs typeface="맑은 고딕"/>
              </a:rPr>
              <a:t>코드 파운데이션에서 정한 책임 경계 안에서 구현하고, 변경 뒤에는 테스트와 실제 Unity 프로젝트 검증으로 결과를 확인합니다.</a:t>
            </a:r>
            <a:endParaRPr sz="1200"/>
          </a:p>
        </p:txBody>
      </p:sp>
      <p:sp>
        <p:nvSpPr>
          <p:cNvPr id="16" name="Shape 14">
            <a:extLst xmlns:a="http://schemas.openxmlformats.org/drawingml/2006/main">
              <a:ext uri="{FF2B5EF4-FFF2-40B4-BE49-F238E27FC236}">
                <a16:creationId xmlns:a16="http://schemas.microsoft.com/office/drawing/2014/main" id="{A75ECCD9-6D22-4C1B-BAC4-DE3092FBEEDE}"/>
              </a:ext>
            </a:extLst>
          </p:cNvPr>
          <p:cNvSpPr>
            <a:spLocks xmlns:a="http://schemas.openxmlformats.org/drawingml/2006/main" noGrp="1"/>
          </p:cNvSpPr>
          <p:nvPr/>
        </p:nvSpPr>
        <p:spPr>
          <a:xfrm xmlns:a="http://schemas.openxmlformats.org/drawingml/2006/main">
            <a:off x="6263640" y="4069080"/>
            <a:ext cx="5349240" cy="1783080"/>
          </a:xfrm>
          <a:prstGeom xmlns:a="http://schemas.openxmlformats.org/drawingml/2006/main" prst="roundRect">
            <a:avLst>
              <a:gd name="adj" fmla="val 4103"/>
            </a:avLst>
          </a:prstGeom>
          <a:solidFill xmlns:a="http://schemas.openxmlformats.org/drawingml/2006/main">
            <a:srgbClr val="3D2B1F"/>
          </a:solidFill>
        </p:spPr>
      </p:sp>
      <p:sp>
        <p:nvSpPr>
          <p:cNvPr id="17" name="Text 15">
            <a:extLst xmlns:a="http://schemas.openxmlformats.org/drawingml/2006/main">
              <a:ext uri="{FF2B5EF4-FFF2-40B4-BE49-F238E27FC236}">
                <a16:creationId xmlns:a16="http://schemas.microsoft.com/office/drawing/2014/main" id="{5A40183F-89CA-47A3-BEA1-512781FC56E7}"/>
              </a:ext>
            </a:extLst>
          </p:cNvPr>
          <p:cNvSpPr>
            <a:spLocks xmlns:a="http://schemas.openxmlformats.org/drawingml/2006/main" noGrp="1"/>
          </p:cNvSpPr>
          <p:nvPr/>
        </p:nvSpPr>
        <p:spPr>
          <a:xfrm xmlns:a="http://schemas.openxmlformats.org/drawingml/2006/main">
            <a:off x="6492240" y="4224528"/>
            <a:ext cx="4892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D97B3F"/>
                </a:solidFill>
                <a:latin typeface="Consolas"/>
                <a:ea typeface="Consolas"/>
                <a:cs typeface="Consolas"/>
              </a:rPr>
              <a:t>갱신과 재검수</a:t>
            </a:r>
            <a:endParaRPr sz="1100"/>
          </a:p>
        </p:txBody>
      </p:sp>
      <p:sp>
        <p:nvSpPr>
          <p:cNvPr id="18" name="Text 16">
            <a:extLst xmlns:a="http://schemas.openxmlformats.org/drawingml/2006/main">
              <a:ext uri="{FF2B5EF4-FFF2-40B4-BE49-F238E27FC236}">
                <a16:creationId xmlns:a16="http://schemas.microsoft.com/office/drawing/2014/main" id="{828B546A-BF6C-4F77-BA9F-7F81C33905B8}"/>
              </a:ext>
            </a:extLst>
          </p:cNvPr>
          <p:cNvSpPr>
            <a:spLocks xmlns:a="http://schemas.openxmlformats.org/drawingml/2006/main" noGrp="1"/>
          </p:cNvSpPr>
          <p:nvPr/>
        </p:nvSpPr>
        <p:spPr>
          <a:xfrm xmlns:a="http://schemas.openxmlformats.org/drawingml/2006/main">
            <a:off x="6492240" y="4517136"/>
            <a:ext cx="4892040" cy="502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25000"/>
              </a:lnSpc>
              <a:buNone/>
            </a:pPr>
            <a:r>
              <a:rPr sz="1150">
                <a:solidFill>
                  <a:srgbClr val="F7ECDA"/>
                </a:solidFill>
                <a:latin typeface="맑은 고딕"/>
                <a:ea typeface="맑은 고딕"/>
                <a:cs typeface="맑은 고딕"/>
              </a:rPr>
              <a:t>코드 또는 코드 경로가 바뀌면 graphify update .로 AST 그래프를 갱신하고, 검수 결과에 따라 필요한 부분만 수정합니다.</a:t>
            </a:r>
            <a:endParaRPr sz="1150"/>
          </a:p>
        </p:txBody>
      </p:sp>
      <p:sp>
        <p:nvSpPr>
          <p:cNvPr id="19" name="Text 17">
            <a:extLst xmlns:a="http://schemas.openxmlformats.org/drawingml/2006/main">
              <a:ext uri="{FF2B5EF4-FFF2-40B4-BE49-F238E27FC236}">
                <a16:creationId xmlns:a16="http://schemas.microsoft.com/office/drawing/2014/main" id="{0B96DEDD-761D-4A90-883B-E34732939F2F}"/>
              </a:ext>
            </a:extLst>
          </p:cNvPr>
          <p:cNvSpPr>
            <a:spLocks xmlns:a="http://schemas.openxmlformats.org/drawingml/2006/main" noGrp="1"/>
          </p:cNvSpPr>
          <p:nvPr/>
        </p:nvSpPr>
        <p:spPr>
          <a:xfrm xmlns:a="http://schemas.openxmlformats.org/drawingml/2006/main">
            <a:off x="6492240" y="5074920"/>
            <a:ext cx="489204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i="1">
                <a:solidFill>
                  <a:srgbClr val="C9B8A0"/>
                </a:solidFill>
                <a:latin typeface="맑은 고딕"/>
                <a:ea typeface="맑은 고딕"/>
                <a:cs typeface="맑은 고딕"/>
              </a:rPr>
              <a:t>가이드는 과도한 추상화·추측·무관한 리팩터링을 막아, 결과가 기존 프로젝트와 자연스럽게 연결되도록 합니다.</a:t>
            </a:r>
            <a:endParaRPr sz="1000"/>
          </a:p>
        </p:txBody>
      </p:sp>
      <p:sp>
        <p:nvSpPr>
          <p:cNvPr id="20" name="Text 18">
            <a:extLst xmlns:a="http://schemas.openxmlformats.org/drawingml/2006/main">
              <a:ext uri="{FF2B5EF4-FFF2-40B4-BE49-F238E27FC236}">
                <a16:creationId xmlns:a16="http://schemas.microsoft.com/office/drawing/2014/main" id="{E22632CD-D7C9-44D0-BF99-F15627B0A3A0}"/>
              </a:ext>
            </a:extLst>
          </p:cNvPr>
          <p:cNvSpPr>
            <a:spLocks xmlns:a="http://schemas.openxmlformats.org/drawingml/2006/main" noGrp="1"/>
          </p:cNvSpPr>
          <p:nvPr/>
        </p:nvSpPr>
        <p:spPr>
          <a:xfrm xmlns:a="http://schemas.openxmlformats.org/drawingml/2006/main">
            <a:off x="548640" y="5989320"/>
            <a:ext cx="1106424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9C8A76"/>
                </a:solidFill>
                <a:latin typeface="맑은 고딕"/>
                <a:ea typeface="맑은 고딕"/>
                <a:cs typeface="맑은 고딕"/>
              </a:rPr>
              <a:t>Graphify는 구성된 워크플로와 안전장치이며, 처리 노드 수·속도·시간 절감률은 표기하지 않습니다.</a:t>
            </a:r>
            <a:endParaRPr sz="1050"/>
          </a:p>
        </p:txBody>
      </p:sp>
      <p:sp>
        <p:nvSpPr>
          <p:cNvPr id="21" name="Text 19">
            <a:extLst xmlns:a="http://schemas.openxmlformats.org/drawingml/2006/main">
              <a:ext uri="{FF2B5EF4-FFF2-40B4-BE49-F238E27FC236}">
                <a16:creationId xmlns:a16="http://schemas.microsoft.com/office/drawing/2014/main" id="{EED44B4E-C3E1-4E4A-9556-D834C8BA785D}"/>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22" name="Text 20">
            <a:extLst xmlns:a="http://schemas.openxmlformats.org/drawingml/2006/main">
              <a:ext uri="{FF2B5EF4-FFF2-40B4-BE49-F238E27FC236}">
                <a16:creationId xmlns:a16="http://schemas.microsoft.com/office/drawing/2014/main" id="{E3AEDCD9-17AE-43E8-ABAA-7B2A49985981}"/>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13</a:t>
            </a:r>
            <a:endParaRPr sz="900"/>
          </a:p>
        </p:txBody>
      </p:sp>
    </p:spTree>
    <p:extLst>
      <p:ext uri="{BB962C8B-B14F-4D97-AF65-F5344CB8AC3E}">
        <p14:creationId xmlns:p14="http://schemas.microsoft.com/office/powerpoint/2010/main" val="100313689"/>
      </p:ext>
    </p:extLst>
  </p:cSld>
</p:sld>
</file>

<file path=ppt/slides/slide14.xml><?xml version="1.0" encoding="utf-8"?>
<p:sld xmlns:p="http://schemas.openxmlformats.org/presentationml/2006/main">
  <p:cSld>
    <p:bg>
      <p:bgPr>
        <a:solidFill xmlns:a="http://schemas.openxmlformats.org/drawingml/2006/main">
          <a:srgbClr val="3D2B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D3EAB66-E8FC-4503-94A6-E5D43158D521}"/>
              </a:ext>
            </a:extLst>
          </p:cNvPr>
          <p:cNvSpPr>
            <a:spLocks xmlns:a="http://schemas.openxmlformats.org/drawingml/2006/main" noGrp="1"/>
          </p:cNvSpPr>
          <p:nvPr/>
        </p:nvSpPr>
        <p:spPr>
          <a:xfrm xmlns:a="http://schemas.openxmlformats.org/drawingml/2006/main">
            <a:off x="-1097280" y="4754880"/>
            <a:ext cx="3657600" cy="3657600"/>
          </a:xfrm>
          <a:prstGeom xmlns:a="http://schemas.openxmlformats.org/drawingml/2006/main" prst="ellipse">
            <a:avLst/>
          </a:prstGeom>
          <a:solidFill xmlns:a="http://schemas.openxmlformats.org/drawingml/2006/main">
            <a:srgbClr val="4A3627"/>
          </a:solidFill>
        </p:spPr>
      </p:sp>
      <p:sp>
        <p:nvSpPr>
          <p:cNvPr id="3" name="Text 1">
            <a:extLst xmlns:a="http://schemas.openxmlformats.org/drawingml/2006/main">
              <a:ext uri="{FF2B5EF4-FFF2-40B4-BE49-F238E27FC236}">
                <a16:creationId xmlns:a16="http://schemas.microsoft.com/office/drawing/2014/main" id="{A2F2568E-E561-4A4A-8EBE-77A46EE4644B}"/>
              </a:ext>
            </a:extLst>
          </p:cNvPr>
          <p:cNvSpPr>
            <a:spLocks xmlns:a="http://schemas.openxmlformats.org/drawingml/2006/main" noGrp="1"/>
          </p:cNvSpPr>
          <p:nvPr/>
        </p:nvSpPr>
        <p:spPr>
          <a:xfrm xmlns:a="http://schemas.openxmlformats.org/drawingml/2006/main">
            <a:off x="548640" y="365760"/>
            <a:ext cx="10515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700" b="1">
                <a:solidFill>
                  <a:srgbClr val="F7ECDA"/>
                </a:solidFill>
                <a:latin typeface="맑은 고딕"/>
                <a:ea typeface="맑은 고딕"/>
                <a:cs typeface="맑은 고딕"/>
              </a:rPr>
              <a:t>AI 활용 기준·검증·결론</a:t>
            </a:r>
            <a:endParaRPr sz="2700"/>
          </a:p>
        </p:txBody>
      </p:sp>
      <p:sp>
        <p:nvSpPr>
          <p:cNvPr id="4" name="Text 2">
            <a:extLst xmlns:a="http://schemas.openxmlformats.org/drawingml/2006/main">
              <a:ext uri="{FF2B5EF4-FFF2-40B4-BE49-F238E27FC236}">
                <a16:creationId xmlns:a16="http://schemas.microsoft.com/office/drawing/2014/main" id="{4E3CF93A-0300-4559-AC15-34E45C4089C9}"/>
              </a:ext>
            </a:extLst>
          </p:cNvPr>
          <p:cNvSpPr>
            <a:spLocks xmlns:a="http://schemas.openxmlformats.org/drawingml/2006/main" noGrp="1"/>
          </p:cNvSpPr>
          <p:nvPr/>
        </p:nvSpPr>
        <p:spPr>
          <a:xfrm xmlns:a="http://schemas.openxmlformats.org/drawingml/2006/main">
            <a:off x="548640" y="1051560"/>
            <a:ext cx="5486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D97B3F"/>
                </a:solidFill>
                <a:latin typeface="맑은 고딕"/>
                <a:ea typeface="맑은 고딕"/>
                <a:cs typeface="맑은 고딕"/>
              </a:rPr>
              <a:t>운영 원칙</a:t>
            </a:r>
            <a:endParaRPr sz="1450"/>
          </a:p>
        </p:txBody>
      </p:sp>
      <p:sp>
        <p:nvSpPr>
          <p:cNvPr id="5" name="Shape 3">
            <a:extLst xmlns:a="http://schemas.openxmlformats.org/drawingml/2006/main">
              <a:ext uri="{FF2B5EF4-FFF2-40B4-BE49-F238E27FC236}">
                <a16:creationId xmlns:a16="http://schemas.microsoft.com/office/drawing/2014/main" id="{E2C5F9F0-8A79-4571-B316-32EBCC73C964}"/>
              </a:ext>
            </a:extLst>
          </p:cNvPr>
          <p:cNvSpPr>
            <a:spLocks xmlns:a="http://schemas.openxmlformats.org/drawingml/2006/main" noGrp="1"/>
          </p:cNvSpPr>
          <p:nvPr/>
        </p:nvSpPr>
        <p:spPr>
          <a:xfrm xmlns:a="http://schemas.openxmlformats.org/drawingml/2006/main">
            <a:off x="594360" y="1554480"/>
            <a:ext cx="82296" cy="82296"/>
          </a:xfrm>
          <a:prstGeom xmlns:a="http://schemas.openxmlformats.org/drawingml/2006/main" prst="ellipse">
            <a:avLst/>
          </a:prstGeom>
          <a:solidFill xmlns:a="http://schemas.openxmlformats.org/drawingml/2006/main">
            <a:srgbClr val="D97B3F"/>
          </a:solidFill>
        </p:spPr>
      </p:sp>
      <p:sp>
        <p:nvSpPr>
          <p:cNvPr id="6" name="Text 4">
            <a:extLst xmlns:a="http://schemas.openxmlformats.org/drawingml/2006/main">
              <a:ext uri="{FF2B5EF4-FFF2-40B4-BE49-F238E27FC236}">
                <a16:creationId xmlns:a16="http://schemas.microsoft.com/office/drawing/2014/main" id="{9C6A9EC1-5DA0-42C8-BCD9-68443BC35C83}"/>
              </a:ext>
            </a:extLst>
          </p:cNvPr>
          <p:cNvSpPr>
            <a:spLocks xmlns:a="http://schemas.openxmlformats.org/drawingml/2006/main" noGrp="1"/>
          </p:cNvSpPr>
          <p:nvPr/>
        </p:nvSpPr>
        <p:spPr>
          <a:xfrm xmlns:a="http://schemas.openxmlformats.org/drawingml/2006/main">
            <a:off x="804672" y="1453896"/>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콘셉트 시트를 기준으로 개별 리소스 생성</a:t>
            </a:r>
            <a:endParaRPr sz="1080"/>
          </a:p>
        </p:txBody>
      </p:sp>
      <p:sp>
        <p:nvSpPr>
          <p:cNvPr id="7" name="Shape 5">
            <a:extLst xmlns:a="http://schemas.openxmlformats.org/drawingml/2006/main">
              <a:ext uri="{FF2B5EF4-FFF2-40B4-BE49-F238E27FC236}">
                <a16:creationId xmlns:a16="http://schemas.microsoft.com/office/drawing/2014/main" id="{939EC6CD-4790-4D4C-86C5-AD7223574E8C}"/>
              </a:ext>
            </a:extLst>
          </p:cNvPr>
          <p:cNvSpPr>
            <a:spLocks xmlns:a="http://schemas.openxmlformats.org/drawingml/2006/main" noGrp="1"/>
          </p:cNvSpPr>
          <p:nvPr/>
        </p:nvSpPr>
        <p:spPr>
          <a:xfrm xmlns:a="http://schemas.openxmlformats.org/drawingml/2006/main">
            <a:off x="594360" y="1956816"/>
            <a:ext cx="82296" cy="82296"/>
          </a:xfrm>
          <a:prstGeom xmlns:a="http://schemas.openxmlformats.org/drawingml/2006/main" prst="ellipse">
            <a:avLst/>
          </a:prstGeom>
          <a:solidFill xmlns:a="http://schemas.openxmlformats.org/drawingml/2006/main">
            <a:srgbClr val="D97B3F"/>
          </a:solidFill>
        </p:spPr>
      </p:sp>
      <p:sp>
        <p:nvSpPr>
          <p:cNvPr id="8" name="Text 6">
            <a:extLst xmlns:a="http://schemas.openxmlformats.org/drawingml/2006/main">
              <a:ext uri="{FF2B5EF4-FFF2-40B4-BE49-F238E27FC236}">
                <a16:creationId xmlns:a16="http://schemas.microsoft.com/office/drawing/2014/main" id="{61BA58D5-0667-40FF-BEF9-5B8E4721A06F}"/>
              </a:ext>
            </a:extLst>
          </p:cNvPr>
          <p:cNvSpPr>
            <a:spLocks xmlns:a="http://schemas.openxmlformats.org/drawingml/2006/main" noGrp="1"/>
          </p:cNvSpPr>
          <p:nvPr/>
        </p:nvSpPr>
        <p:spPr>
          <a:xfrm xmlns:a="http://schemas.openxmlformats.org/drawingml/2006/main">
            <a:off x="804672" y="1856232"/>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대형 생성→배경 제거→최종 크기 축소</a:t>
            </a:r>
            <a:endParaRPr sz="1080"/>
          </a:p>
        </p:txBody>
      </p:sp>
      <p:sp>
        <p:nvSpPr>
          <p:cNvPr id="9" name="Shape 7">
            <a:extLst xmlns:a="http://schemas.openxmlformats.org/drawingml/2006/main">
              <a:ext uri="{FF2B5EF4-FFF2-40B4-BE49-F238E27FC236}">
                <a16:creationId xmlns:a16="http://schemas.microsoft.com/office/drawing/2014/main" id="{524183B9-AA34-43D7-84BE-3AB59BDC7A28}"/>
              </a:ext>
            </a:extLst>
          </p:cNvPr>
          <p:cNvSpPr>
            <a:spLocks xmlns:a="http://schemas.openxmlformats.org/drawingml/2006/main" noGrp="1"/>
          </p:cNvSpPr>
          <p:nvPr/>
        </p:nvSpPr>
        <p:spPr>
          <a:xfrm xmlns:a="http://schemas.openxmlformats.org/drawingml/2006/main">
            <a:off x="594360" y="2359152"/>
            <a:ext cx="82296" cy="82296"/>
          </a:xfrm>
          <a:prstGeom xmlns:a="http://schemas.openxmlformats.org/drawingml/2006/main" prst="ellipse">
            <a:avLst/>
          </a:prstGeom>
          <a:solidFill xmlns:a="http://schemas.openxmlformats.org/drawingml/2006/main">
            <a:srgbClr val="D97B3F"/>
          </a:solidFill>
        </p:spPr>
      </p:sp>
      <p:sp>
        <p:nvSpPr>
          <p:cNvPr id="10" name="Text 8">
            <a:extLst xmlns:a="http://schemas.openxmlformats.org/drawingml/2006/main">
              <a:ext uri="{FF2B5EF4-FFF2-40B4-BE49-F238E27FC236}">
                <a16:creationId xmlns:a16="http://schemas.microsoft.com/office/drawing/2014/main" id="{4ED369C4-53F8-4577-8A18-D64C1499BAA8}"/>
              </a:ext>
            </a:extLst>
          </p:cNvPr>
          <p:cNvSpPr>
            <a:spLocks xmlns:a="http://schemas.openxmlformats.org/drawingml/2006/main" noGrp="1"/>
          </p:cNvSpPr>
          <p:nvPr/>
        </p:nvSpPr>
        <p:spPr>
          <a:xfrm xmlns:a="http://schemas.openxmlformats.org/drawingml/2006/main">
            <a:off x="804672" y="2258568"/>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축소 후 외곽선·가독성·Unity 화면 검수</a:t>
            </a:r>
            <a:endParaRPr sz="1080"/>
          </a:p>
        </p:txBody>
      </p:sp>
      <p:sp>
        <p:nvSpPr>
          <p:cNvPr id="11" name="Shape 9">
            <a:extLst xmlns:a="http://schemas.openxmlformats.org/drawingml/2006/main">
              <a:ext uri="{FF2B5EF4-FFF2-40B4-BE49-F238E27FC236}">
                <a16:creationId xmlns:a16="http://schemas.microsoft.com/office/drawing/2014/main" id="{085C6308-738F-4EA6-9F96-90043DADF5E6}"/>
              </a:ext>
            </a:extLst>
          </p:cNvPr>
          <p:cNvSpPr>
            <a:spLocks xmlns:a="http://schemas.openxmlformats.org/drawingml/2006/main" noGrp="1"/>
          </p:cNvSpPr>
          <p:nvPr/>
        </p:nvSpPr>
        <p:spPr>
          <a:xfrm xmlns:a="http://schemas.openxmlformats.org/drawingml/2006/main">
            <a:off x="594360" y="2761488"/>
            <a:ext cx="82296" cy="82296"/>
          </a:xfrm>
          <a:prstGeom xmlns:a="http://schemas.openxmlformats.org/drawingml/2006/main" prst="ellipse">
            <a:avLst/>
          </a:prstGeom>
          <a:solidFill xmlns:a="http://schemas.openxmlformats.org/drawingml/2006/main">
            <a:srgbClr val="D97B3F"/>
          </a:solidFill>
        </p:spPr>
      </p:sp>
      <p:sp>
        <p:nvSpPr>
          <p:cNvPr id="12" name="Text 10">
            <a:extLst xmlns:a="http://schemas.openxmlformats.org/drawingml/2006/main">
              <a:ext uri="{FF2B5EF4-FFF2-40B4-BE49-F238E27FC236}">
                <a16:creationId xmlns:a16="http://schemas.microsoft.com/office/drawing/2014/main" id="{60BFB1EE-DFEE-416D-80DE-A6AC648F576B}"/>
              </a:ext>
            </a:extLst>
          </p:cNvPr>
          <p:cNvSpPr>
            <a:spLocks xmlns:a="http://schemas.openxmlformats.org/drawingml/2006/main" noGrp="1"/>
          </p:cNvSpPr>
          <p:nvPr/>
        </p:nvSpPr>
        <p:spPr>
          <a:xfrm xmlns:a="http://schemas.openxmlformats.org/drawingml/2006/main">
            <a:off x="804672" y="2660904"/>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CLI는 속도, MCP는 정교한 Editor 조작</a:t>
            </a:r>
            <a:endParaRPr sz="1080"/>
          </a:p>
        </p:txBody>
      </p:sp>
      <p:sp>
        <p:nvSpPr>
          <p:cNvPr id="13" name="Shape 11">
            <a:extLst xmlns:a="http://schemas.openxmlformats.org/drawingml/2006/main">
              <a:ext uri="{FF2B5EF4-FFF2-40B4-BE49-F238E27FC236}">
                <a16:creationId xmlns:a16="http://schemas.microsoft.com/office/drawing/2014/main" id="{C8CD5C05-3AA7-4D99-8380-A764EFF9E4E0}"/>
              </a:ext>
            </a:extLst>
          </p:cNvPr>
          <p:cNvSpPr>
            <a:spLocks xmlns:a="http://schemas.openxmlformats.org/drawingml/2006/main" noGrp="1"/>
          </p:cNvSpPr>
          <p:nvPr/>
        </p:nvSpPr>
        <p:spPr>
          <a:xfrm xmlns:a="http://schemas.openxmlformats.org/drawingml/2006/main">
            <a:off x="594360" y="3163824"/>
            <a:ext cx="82296" cy="82296"/>
          </a:xfrm>
          <a:prstGeom xmlns:a="http://schemas.openxmlformats.org/drawingml/2006/main" prst="ellipse">
            <a:avLst/>
          </a:prstGeom>
          <a:solidFill xmlns:a="http://schemas.openxmlformats.org/drawingml/2006/main">
            <a:srgbClr val="D97B3F"/>
          </a:solidFill>
        </p:spPr>
      </p:sp>
      <p:sp>
        <p:nvSpPr>
          <p:cNvPr id="14" name="Text 12">
            <a:extLst xmlns:a="http://schemas.openxmlformats.org/drawingml/2006/main">
              <a:ext uri="{FF2B5EF4-FFF2-40B4-BE49-F238E27FC236}">
                <a16:creationId xmlns:a16="http://schemas.microsoft.com/office/drawing/2014/main" id="{5323690D-7DED-45C4-B1D4-23FCD5B4A4E0}"/>
              </a:ext>
            </a:extLst>
          </p:cNvPr>
          <p:cNvSpPr>
            <a:spLocks xmlns:a="http://schemas.openxmlformats.org/drawingml/2006/main" noGrp="1"/>
          </p:cNvSpPr>
          <p:nvPr/>
        </p:nvSpPr>
        <p:spPr>
          <a:xfrm xmlns:a="http://schemas.openxmlformats.org/drawingml/2006/main">
            <a:off x="804672" y="3063240"/>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UI는 패널 레이아웃과 SO 데이터로 분리</a:t>
            </a:r>
            <a:endParaRPr sz="1080"/>
          </a:p>
        </p:txBody>
      </p:sp>
      <p:sp>
        <p:nvSpPr>
          <p:cNvPr id="15" name="Shape 13">
            <a:extLst xmlns:a="http://schemas.openxmlformats.org/drawingml/2006/main">
              <a:ext uri="{FF2B5EF4-FFF2-40B4-BE49-F238E27FC236}">
                <a16:creationId xmlns:a16="http://schemas.microsoft.com/office/drawing/2014/main" id="{40CB56B7-8725-49BD-9417-AB66C2D00EBE}"/>
              </a:ext>
            </a:extLst>
          </p:cNvPr>
          <p:cNvSpPr>
            <a:spLocks xmlns:a="http://schemas.openxmlformats.org/drawingml/2006/main" noGrp="1"/>
          </p:cNvSpPr>
          <p:nvPr/>
        </p:nvSpPr>
        <p:spPr>
          <a:xfrm xmlns:a="http://schemas.openxmlformats.org/drawingml/2006/main">
            <a:off x="594360" y="3566160"/>
            <a:ext cx="82296" cy="82296"/>
          </a:xfrm>
          <a:prstGeom xmlns:a="http://schemas.openxmlformats.org/drawingml/2006/main" prst="ellipse">
            <a:avLst/>
          </a:prstGeom>
          <a:solidFill xmlns:a="http://schemas.openxmlformats.org/drawingml/2006/main">
            <a:srgbClr val="D97B3F"/>
          </a:solidFill>
        </p:spPr>
      </p:sp>
      <p:sp>
        <p:nvSpPr>
          <p:cNvPr id="16" name="Text 14">
            <a:extLst xmlns:a="http://schemas.openxmlformats.org/drawingml/2006/main">
              <a:ext uri="{FF2B5EF4-FFF2-40B4-BE49-F238E27FC236}">
                <a16:creationId xmlns:a16="http://schemas.microsoft.com/office/drawing/2014/main" id="{A1AEB96E-2C62-465D-A633-F0AA2CF7C76B}"/>
              </a:ext>
            </a:extLst>
          </p:cNvPr>
          <p:cNvSpPr>
            <a:spLocks xmlns:a="http://schemas.openxmlformats.org/drawingml/2006/main" noGrp="1"/>
          </p:cNvSpPr>
          <p:nvPr/>
        </p:nvSpPr>
        <p:spPr>
          <a:xfrm xmlns:a="http://schemas.openxmlformats.org/drawingml/2006/main">
            <a:off x="804672" y="3465576"/>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Capacity·ignore 경로·작업 규칙을 사전 고정</a:t>
            </a:r>
            <a:endParaRPr sz="1080"/>
          </a:p>
        </p:txBody>
      </p:sp>
      <p:sp>
        <p:nvSpPr>
          <p:cNvPr id="17" name="Shape 15">
            <a:extLst xmlns:a="http://schemas.openxmlformats.org/drawingml/2006/main">
              <a:ext uri="{FF2B5EF4-FFF2-40B4-BE49-F238E27FC236}">
                <a16:creationId xmlns:a16="http://schemas.microsoft.com/office/drawing/2014/main" id="{A17AB9A3-3A43-40F5-BA4D-7E0FE21EAC94}"/>
              </a:ext>
            </a:extLst>
          </p:cNvPr>
          <p:cNvSpPr>
            <a:spLocks xmlns:a="http://schemas.openxmlformats.org/drawingml/2006/main" noGrp="1"/>
          </p:cNvSpPr>
          <p:nvPr/>
        </p:nvSpPr>
        <p:spPr>
          <a:xfrm xmlns:a="http://schemas.openxmlformats.org/drawingml/2006/main">
            <a:off x="594360" y="3968496"/>
            <a:ext cx="82296" cy="82296"/>
          </a:xfrm>
          <a:prstGeom xmlns:a="http://schemas.openxmlformats.org/drawingml/2006/main" prst="ellipse">
            <a:avLst/>
          </a:prstGeom>
          <a:solidFill xmlns:a="http://schemas.openxmlformats.org/drawingml/2006/main">
            <a:srgbClr val="D97B3F"/>
          </a:solidFill>
        </p:spPr>
      </p:sp>
      <p:sp>
        <p:nvSpPr>
          <p:cNvPr id="18" name="Text 16">
            <a:extLst xmlns:a="http://schemas.openxmlformats.org/drawingml/2006/main">
              <a:ext uri="{FF2B5EF4-FFF2-40B4-BE49-F238E27FC236}">
                <a16:creationId xmlns:a16="http://schemas.microsoft.com/office/drawing/2014/main" id="{A9785AEB-1D9D-4083-96F5-8BCA49976B53}"/>
              </a:ext>
            </a:extLst>
          </p:cNvPr>
          <p:cNvSpPr>
            <a:spLocks xmlns:a="http://schemas.openxmlformats.org/drawingml/2006/main" noGrp="1"/>
          </p:cNvSpPr>
          <p:nvPr/>
        </p:nvSpPr>
        <p:spPr>
          <a:xfrm xmlns:a="http://schemas.openxmlformats.org/drawingml/2006/main">
            <a:off x="804672" y="3867912"/>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결과·완료 기준 중심의 프롬프트 사용</a:t>
            </a:r>
            <a:endParaRPr sz="1080"/>
          </a:p>
        </p:txBody>
      </p:sp>
      <p:sp>
        <p:nvSpPr>
          <p:cNvPr id="19" name="Shape 17">
            <a:extLst xmlns:a="http://schemas.openxmlformats.org/drawingml/2006/main">
              <a:ext uri="{FF2B5EF4-FFF2-40B4-BE49-F238E27FC236}">
                <a16:creationId xmlns:a16="http://schemas.microsoft.com/office/drawing/2014/main" id="{7B872274-6B94-4B41-8BA5-B4D1EEFF301F}"/>
              </a:ext>
            </a:extLst>
          </p:cNvPr>
          <p:cNvSpPr>
            <a:spLocks xmlns:a="http://schemas.openxmlformats.org/drawingml/2006/main" noGrp="1"/>
          </p:cNvSpPr>
          <p:nvPr/>
        </p:nvSpPr>
        <p:spPr>
          <a:xfrm xmlns:a="http://schemas.openxmlformats.org/drawingml/2006/main">
            <a:off x="594360" y="4370832"/>
            <a:ext cx="82296" cy="82296"/>
          </a:xfrm>
          <a:prstGeom xmlns:a="http://schemas.openxmlformats.org/drawingml/2006/main" prst="ellipse">
            <a:avLst/>
          </a:prstGeom>
          <a:solidFill xmlns:a="http://schemas.openxmlformats.org/drawingml/2006/main">
            <a:srgbClr val="D97B3F"/>
          </a:solidFill>
        </p:spPr>
      </p:sp>
      <p:sp>
        <p:nvSpPr>
          <p:cNvPr id="20" name="Text 18">
            <a:extLst xmlns:a="http://schemas.openxmlformats.org/drawingml/2006/main">
              <a:ext uri="{FF2B5EF4-FFF2-40B4-BE49-F238E27FC236}">
                <a16:creationId xmlns:a16="http://schemas.microsoft.com/office/drawing/2014/main" id="{B5BD8DB3-5110-4BCC-9B81-B822FC382DFF}"/>
              </a:ext>
            </a:extLst>
          </p:cNvPr>
          <p:cNvSpPr>
            <a:spLocks xmlns:a="http://schemas.openxmlformats.org/drawingml/2006/main" noGrp="1"/>
          </p:cNvSpPr>
          <p:nvPr/>
        </p:nvSpPr>
        <p:spPr>
          <a:xfrm xmlns:a="http://schemas.openxmlformats.org/drawingml/2006/main">
            <a:off x="804672" y="4270248"/>
            <a:ext cx="544068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80">
                <a:solidFill>
                  <a:srgbClr val="F7ECDA"/>
                </a:solidFill>
                <a:latin typeface="맑은 고딕"/>
                <a:ea typeface="맑은 고딕"/>
                <a:cs typeface="맑은 고딕"/>
              </a:rPr>
              <a:t>검수 후 필요한 부분만 수정</a:t>
            </a:r>
            <a:endParaRPr sz="1080"/>
          </a:p>
        </p:txBody>
      </p:sp>
      <p:sp>
        <p:nvSpPr>
          <p:cNvPr id="21" name="Text 19">
            <a:extLst xmlns:a="http://schemas.openxmlformats.org/drawingml/2006/main">
              <a:ext uri="{FF2B5EF4-FFF2-40B4-BE49-F238E27FC236}">
                <a16:creationId xmlns:a16="http://schemas.microsoft.com/office/drawing/2014/main" id="{9F7304DD-6080-4613-9809-F93AF0261F10}"/>
              </a:ext>
            </a:extLst>
          </p:cNvPr>
          <p:cNvSpPr>
            <a:spLocks xmlns:a="http://schemas.openxmlformats.org/drawingml/2006/main" noGrp="1"/>
          </p:cNvSpPr>
          <p:nvPr/>
        </p:nvSpPr>
        <p:spPr>
          <a:xfrm xmlns:a="http://schemas.openxmlformats.org/drawingml/2006/main">
            <a:off x="6492240" y="1051560"/>
            <a:ext cx="51206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3F8C82"/>
                </a:solidFill>
                <a:latin typeface="맑은 고딕"/>
                <a:ea typeface="맑은 고딕"/>
                <a:cs typeface="맑은 고딕"/>
              </a:rPr>
              <a:t>AI 활용의 핵심</a:t>
            </a:r>
            <a:endParaRPr sz="1450"/>
          </a:p>
        </p:txBody>
      </p:sp>
      <p:sp>
        <p:nvSpPr>
          <p:cNvPr id="22" name="Text 20">
            <a:extLst xmlns:a="http://schemas.openxmlformats.org/drawingml/2006/main">
              <a:ext uri="{FF2B5EF4-FFF2-40B4-BE49-F238E27FC236}">
                <a16:creationId xmlns:a16="http://schemas.microsoft.com/office/drawing/2014/main" id="{AF773525-BA2F-4CF6-B799-08CC0C9934D2}"/>
              </a:ext>
            </a:extLst>
          </p:cNvPr>
          <p:cNvSpPr>
            <a:spLocks xmlns:a="http://schemas.openxmlformats.org/drawingml/2006/main" noGrp="1"/>
          </p:cNvSpPr>
          <p:nvPr/>
        </p:nvSpPr>
        <p:spPr>
          <a:xfrm xmlns:a="http://schemas.openxmlformats.org/drawingml/2006/main">
            <a:off x="6492240" y="1481328"/>
            <a:ext cx="51206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7ECDA"/>
                </a:solidFill>
                <a:latin typeface="맑은 고딕"/>
                <a:ea typeface="맑은 고딕"/>
                <a:cs typeface="맑은 고딕"/>
              </a:rPr>
              <a:t>① 기준을 먼저 만듭니다</a:t>
            </a:r>
            <a:endParaRPr sz="1250"/>
          </a:p>
        </p:txBody>
      </p:sp>
      <p:sp>
        <p:nvSpPr>
          <p:cNvPr id="23" name="Text 21">
            <a:extLst xmlns:a="http://schemas.openxmlformats.org/drawingml/2006/main">
              <a:ext uri="{FF2B5EF4-FFF2-40B4-BE49-F238E27FC236}">
                <a16:creationId xmlns:a16="http://schemas.microsoft.com/office/drawing/2014/main" id="{F712DF8C-1B02-4D3B-8A5C-F3A81D3698AA}"/>
              </a:ext>
            </a:extLst>
          </p:cNvPr>
          <p:cNvSpPr>
            <a:spLocks xmlns:a="http://schemas.openxmlformats.org/drawingml/2006/main" noGrp="1"/>
          </p:cNvSpPr>
          <p:nvPr/>
        </p:nvSpPr>
        <p:spPr>
          <a:xfrm xmlns:a="http://schemas.openxmlformats.org/drawingml/2006/main">
            <a:off x="6492240" y="1737360"/>
            <a:ext cx="512064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C9B8A0"/>
                </a:solidFill>
                <a:latin typeface="Consolas"/>
                <a:ea typeface="Consolas"/>
                <a:cs typeface="Consolas"/>
              </a:rPr>
              <a:t>콘셉트 시트로 스타일·외곽선·팔레트 기준을 통일</a:t>
            </a:r>
            <a:endParaRPr sz="1000"/>
          </a:p>
        </p:txBody>
      </p:sp>
      <p:sp>
        <p:nvSpPr>
          <p:cNvPr id="24" name="Text 22">
            <a:extLst xmlns:a="http://schemas.openxmlformats.org/drawingml/2006/main">
              <a:ext uri="{FF2B5EF4-FFF2-40B4-BE49-F238E27FC236}">
                <a16:creationId xmlns:a16="http://schemas.microsoft.com/office/drawing/2014/main" id="{9C94728B-D6D8-418C-BA7F-2B07882A6DC9}"/>
              </a:ext>
            </a:extLst>
          </p:cNvPr>
          <p:cNvSpPr>
            <a:spLocks xmlns:a="http://schemas.openxmlformats.org/drawingml/2006/main" noGrp="1"/>
          </p:cNvSpPr>
          <p:nvPr/>
        </p:nvSpPr>
        <p:spPr>
          <a:xfrm xmlns:a="http://schemas.openxmlformats.org/drawingml/2006/main">
            <a:off x="6492240" y="1965960"/>
            <a:ext cx="512064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B0A188"/>
                </a:solidFill>
                <a:latin typeface="맑은 고딕"/>
                <a:ea typeface="맑은 고딕"/>
                <a:cs typeface="맑은 고딕"/>
              </a:rPr>
              <a:t>개별 리소스는 이 기준을 지키며 생성</a:t>
            </a:r>
            <a:endParaRPr sz="950"/>
          </a:p>
        </p:txBody>
      </p:sp>
      <p:sp>
        <p:nvSpPr>
          <p:cNvPr id="25" name="Text 23">
            <a:extLst xmlns:a="http://schemas.openxmlformats.org/drawingml/2006/main">
              <a:ext uri="{FF2B5EF4-FFF2-40B4-BE49-F238E27FC236}">
                <a16:creationId xmlns:a16="http://schemas.microsoft.com/office/drawing/2014/main" id="{DE84CA91-6A63-4A34-ABE5-978CF0B9CE39}"/>
              </a:ext>
            </a:extLst>
          </p:cNvPr>
          <p:cNvSpPr>
            <a:spLocks xmlns:a="http://schemas.openxmlformats.org/drawingml/2006/main" noGrp="1"/>
          </p:cNvSpPr>
          <p:nvPr/>
        </p:nvSpPr>
        <p:spPr>
          <a:xfrm xmlns:a="http://schemas.openxmlformats.org/drawingml/2006/main">
            <a:off x="6492240" y="2304288"/>
            <a:ext cx="512064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7ECDA"/>
                </a:solidFill>
                <a:latin typeface="맑은 고딕"/>
                <a:ea typeface="맑은 고딕"/>
                <a:cs typeface="맑은 고딕"/>
              </a:rPr>
              <a:t>② 결과를 사람이 통제합니다</a:t>
            </a:r>
            <a:endParaRPr sz="1250"/>
          </a:p>
        </p:txBody>
      </p:sp>
      <p:sp>
        <p:nvSpPr>
          <p:cNvPr id="26" name="Text 24">
            <a:extLst xmlns:a="http://schemas.openxmlformats.org/drawingml/2006/main">
              <a:ext uri="{FF2B5EF4-FFF2-40B4-BE49-F238E27FC236}">
                <a16:creationId xmlns:a16="http://schemas.microsoft.com/office/drawing/2014/main" id="{CA5CF7B4-AB27-4FF1-A9F0-3E60B3A21CDD}"/>
              </a:ext>
            </a:extLst>
          </p:cNvPr>
          <p:cNvSpPr>
            <a:spLocks xmlns:a="http://schemas.openxmlformats.org/drawingml/2006/main" noGrp="1"/>
          </p:cNvSpPr>
          <p:nvPr/>
        </p:nvSpPr>
        <p:spPr>
          <a:xfrm xmlns:a="http://schemas.openxmlformats.org/drawingml/2006/main">
            <a:off x="6492240" y="2560320"/>
            <a:ext cx="512064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C9B8A0"/>
                </a:solidFill>
                <a:latin typeface="Consolas"/>
                <a:ea typeface="Consolas"/>
                <a:cs typeface="Consolas"/>
              </a:rPr>
              <a:t>대형 생성 → 배경 제거 → 축소 → Unity 검수</a:t>
            </a:r>
            <a:endParaRPr sz="1000"/>
          </a:p>
        </p:txBody>
      </p:sp>
      <p:sp>
        <p:nvSpPr>
          <p:cNvPr id="27" name="Text 25">
            <a:extLst xmlns:a="http://schemas.openxmlformats.org/drawingml/2006/main">
              <a:ext uri="{FF2B5EF4-FFF2-40B4-BE49-F238E27FC236}">
                <a16:creationId xmlns:a16="http://schemas.microsoft.com/office/drawing/2014/main" id="{AC57D5D7-E33F-4BE6-B0E3-87F49DF772BC}"/>
              </a:ext>
            </a:extLst>
          </p:cNvPr>
          <p:cNvSpPr>
            <a:spLocks xmlns:a="http://schemas.openxmlformats.org/drawingml/2006/main" noGrp="1"/>
          </p:cNvSpPr>
          <p:nvPr/>
        </p:nvSpPr>
        <p:spPr>
          <a:xfrm xmlns:a="http://schemas.openxmlformats.org/drawingml/2006/main">
            <a:off x="6492240" y="2788920"/>
            <a:ext cx="512064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B0A188"/>
                </a:solidFill>
                <a:latin typeface="맑은 고딕"/>
                <a:ea typeface="맑은 고딕"/>
                <a:cs typeface="맑은 고딕"/>
              </a:rPr>
              <a:t>선별·수정·재검수까지 개발자가 결정</a:t>
            </a:r>
            <a:endParaRPr sz="950"/>
          </a:p>
        </p:txBody>
      </p:sp>
      <p:sp>
        <p:nvSpPr>
          <p:cNvPr id="28" name="Shape 26">
            <a:extLst xmlns:a="http://schemas.openxmlformats.org/drawingml/2006/main">
              <a:ext uri="{FF2B5EF4-FFF2-40B4-BE49-F238E27FC236}">
                <a16:creationId xmlns:a16="http://schemas.microsoft.com/office/drawing/2014/main" id="{B44969E5-47B6-4634-B591-2FFB723A32C3}"/>
              </a:ext>
            </a:extLst>
          </p:cNvPr>
          <p:cNvSpPr>
            <a:spLocks xmlns:a="http://schemas.openxmlformats.org/drawingml/2006/main" noGrp="1"/>
          </p:cNvSpPr>
          <p:nvPr/>
        </p:nvSpPr>
        <p:spPr>
          <a:xfrm xmlns:a="http://schemas.openxmlformats.org/drawingml/2006/main">
            <a:off x="6492240" y="3246120"/>
            <a:ext cx="5120640" cy="2651760"/>
          </a:xfrm>
          <a:prstGeom xmlns:a="http://schemas.openxmlformats.org/drawingml/2006/main" prst="roundRect">
            <a:avLst>
              <a:gd name="adj" fmla="val 2759"/>
            </a:avLst>
          </a:prstGeom>
          <a:solidFill xmlns:a="http://schemas.openxmlformats.org/drawingml/2006/main">
            <a:srgbClr val="4A3627"/>
          </a:solidFill>
        </p:spPr>
      </p:sp>
      <p:sp>
        <p:nvSpPr>
          <p:cNvPr id="29" name="Text 27">
            <a:extLst xmlns:a="http://schemas.openxmlformats.org/drawingml/2006/main">
              <a:ext uri="{FF2B5EF4-FFF2-40B4-BE49-F238E27FC236}">
                <a16:creationId xmlns:a16="http://schemas.microsoft.com/office/drawing/2014/main" id="{6E767ADF-4669-422E-92DB-72EA5E5FCC1F}"/>
              </a:ext>
            </a:extLst>
          </p:cNvPr>
          <p:cNvSpPr>
            <a:spLocks xmlns:a="http://schemas.openxmlformats.org/drawingml/2006/main" noGrp="1"/>
          </p:cNvSpPr>
          <p:nvPr/>
        </p:nvSpPr>
        <p:spPr>
          <a:xfrm xmlns:a="http://schemas.openxmlformats.org/drawingml/2006/main">
            <a:off x="6720840" y="3401568"/>
            <a:ext cx="4663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D97B3F"/>
                </a:solidFill>
                <a:latin typeface="맑은 고딕"/>
                <a:ea typeface="맑은 고딕"/>
                <a:cs typeface="맑은 고딕"/>
              </a:rPr>
              <a:t>핵심 결론</a:t>
            </a:r>
            <a:endParaRPr sz="1350"/>
          </a:p>
        </p:txBody>
      </p:sp>
      <p:sp>
        <p:nvSpPr>
          <p:cNvPr id="30" name="Text 28">
            <a:extLst xmlns:a="http://schemas.openxmlformats.org/drawingml/2006/main">
              <a:ext uri="{FF2B5EF4-FFF2-40B4-BE49-F238E27FC236}">
                <a16:creationId xmlns:a16="http://schemas.microsoft.com/office/drawing/2014/main" id="{230B1A79-B7F0-4FEE-889D-A24B35F1BD24}"/>
              </a:ext>
            </a:extLst>
          </p:cNvPr>
          <p:cNvSpPr>
            <a:spLocks xmlns:a="http://schemas.openxmlformats.org/drawingml/2006/main" noGrp="1"/>
          </p:cNvSpPr>
          <p:nvPr/>
        </p:nvSpPr>
        <p:spPr>
          <a:xfrm xmlns:a="http://schemas.openxmlformats.org/drawingml/2006/main">
            <a:off x="6720840" y="3703320"/>
            <a:ext cx="4663440" cy="2103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200">
                <a:solidFill>
                  <a:srgbClr val="F7ECDA"/>
                </a:solidFill>
                <a:latin typeface="맑은 고딕"/>
                <a:ea typeface="맑은 고딕"/>
                <a:cs typeface="맑은 고딕"/>
              </a:rPr>
              <a:t>AI는 콘셉트 시트로 시각 기준을 만들고, 개별 리소스 생성과 후처리·검수에 활용했습니다. CLI와 MCP는 작업 성격에 맞게 분리하고, 에이전트에는 결과·제약·완료 기준을 명확히 제시했습니다. 개발자는 AI 결과를 선별·수정·검증하며, 규칙과 코드 파운데이션 안에서 안전하게 작업을 이어갔습니다.</a:t>
            </a:r>
            <a:endParaRPr sz="1200"/>
          </a:p>
        </p:txBody>
      </p:sp>
      <p:sp>
        <p:nvSpPr>
          <p:cNvPr id="31" name="Text 29">
            <a:extLst xmlns:a="http://schemas.openxmlformats.org/drawingml/2006/main">
              <a:ext uri="{FF2B5EF4-FFF2-40B4-BE49-F238E27FC236}">
                <a16:creationId xmlns:a16="http://schemas.microsoft.com/office/drawing/2014/main" id="{914A80E7-2FD7-4E7E-8457-70DC4A5A8663}"/>
              </a:ext>
            </a:extLst>
          </p:cNvPr>
          <p:cNvSpPr>
            <a:spLocks xmlns:a="http://schemas.openxmlformats.org/drawingml/2006/main" noGrp="1"/>
          </p:cNvSpPr>
          <p:nvPr/>
        </p:nvSpPr>
        <p:spPr>
          <a:xfrm xmlns:a="http://schemas.openxmlformats.org/drawingml/2006/main">
            <a:off x="457200" y="6528816"/>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9C8A76"/>
                </a:solidFill>
                <a:latin typeface="맑은 고딕"/>
                <a:ea typeface="맑은 고딕"/>
                <a:cs typeface="맑은 고딕"/>
              </a:rPr>
              <a:t>쥐생역전: 찍찍런 · AI 활용 기술 문서</a:t>
            </a:r>
            <a:endParaRPr sz="900"/>
          </a:p>
        </p:txBody>
      </p:sp>
      <p:sp>
        <p:nvSpPr>
          <p:cNvPr id="32" name="Text 30">
            <a:extLst xmlns:a="http://schemas.openxmlformats.org/drawingml/2006/main">
              <a:ext uri="{FF2B5EF4-FFF2-40B4-BE49-F238E27FC236}">
                <a16:creationId xmlns:a16="http://schemas.microsoft.com/office/drawing/2014/main" id="{338D57F2-534B-4DD9-B200-8F89251B354F}"/>
              </a:ext>
            </a:extLst>
          </p:cNvPr>
          <p:cNvSpPr>
            <a:spLocks xmlns:a="http://schemas.openxmlformats.org/drawingml/2006/main" noGrp="1"/>
          </p:cNvSpPr>
          <p:nvPr/>
        </p:nvSpPr>
        <p:spPr>
          <a:xfrm xmlns:a="http://schemas.openxmlformats.org/drawingml/2006/main">
            <a:off x="11277295" y="6528816"/>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9C8A76"/>
                </a:solidFill>
                <a:latin typeface="맑은 고딕"/>
                <a:ea typeface="맑은 고딕"/>
                <a:cs typeface="맑은 고딕"/>
              </a:rPr>
              <a:t>14</a:t>
            </a:r>
            <a:endParaRPr sz="900"/>
          </a:p>
        </p:txBody>
      </p:sp>
    </p:spTree>
    <p:extLst>
      <p:ext uri="{BB962C8B-B14F-4D97-AF65-F5344CB8AC3E}">
        <p14:creationId xmlns:p14="http://schemas.microsoft.com/office/powerpoint/2010/main" val="19349717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2026-08-06T14:37:12.5760000Z</dcterms:created>
  <dcterms:modified xsi:type="dcterms:W3CDTF">2026-08-06T14:37:12.5760000Z</dcterms:modified>
</coreProperties>
</file>