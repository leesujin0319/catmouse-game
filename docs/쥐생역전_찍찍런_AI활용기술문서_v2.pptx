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쥐생역전: 찍찍런은 동화풍 식료품 저장실을 배경으로 한 2D 자동 전투 로그라이크 러너이며, PC WebGL을 우선 플랫폼으로 합니다. 이 문서는 AI 도구, 프롬프트, 활용 과정, 사람의 검수 체계를 중심으로 다룹니다. [근거 파일] game-design-v0.1.md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활용은 실제 활용이 확인된 항목, 프로젝트에 구성되었거나 운영 기준이 정의된 항목, 기획 또는 후보 단계인 항목으로 구분됩니다. 이 구분은 이후 슬라이드 전반에서 색상으로 유지됩니다. [근거 파일] AGENTS.md, ai-generated-character-assets.md, hooks.json, unity-automation-tools.md, SKILL.md, game-design-v0.1.md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캐릭터 에셋은 요구사항 정의 이후 imagegen으로 크로마키 배경 이미지를 생성하고, remove_chroma_key.py로 후처리해 Unity에 임포트, 검증하는 순서로 제작되었습니다. 사람이 프롬프트 설계와 결과 선별, 후처리, 검증을 모두 수행했습니다. [근거 파일] ai-generated-character-assets.md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생성형 AI와 AI 개발 에이전트는 주황색, 후처리·자동화 도구는 청록색, 외부 에셋은 갈색으로 구분했습니다. Unity CLI와 Unity MCP는 생성형 AI 모델이 아니라 자동화 인터페이스로 분류했습니다. [근거 파일] AGENTS.md, ai-generated-character-assets.md, unity-automation-tools.md, third-party-assets.md, SKILL.md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프롬프트는 ai-generated-character-assets.md에 기록된 실제 사용 프롬프트 원문이며, 요약이나 축약 없이 그대로 인용했습니다. 콘셉트 시트는 캐릭터 4종의 비율·팔레트·외곽선 기준을 수립하는 데 사용되었습니다. [근거 파일] ai-generated-character-assets.md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공통 생성 조건과 캐릭터 4종의 개별 지시는 모두 ai-generated-character-assets.md에 기록된 실제 사용 프롬프트 원문입니다. Claude가 임의로 만든 예시와 혼합하지 않았습니다. [근거 파일] ai-generated-character-assets.md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개 결과물의 역할, 생성 지시, 파일 경로는 ai-generated-character-assets.md에 기록된 내용입니다. 실제 이미지 파일이 첨부되지 않아 유사 이미지를 생성하지 않고 삽입 위치 플레이스홀더로 표시했습니다. [근거 파일] ai-generated-character-assets.md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크로마키 제거는 경계 샘플링, 소프트 매트, 디스필 방식을 사용했으며 remove_chroma_key.py로 처리했습니다. Unity 임포트 설정과 캐릭터별 표시 높이, 러닝 연출 방식은 ai-generated-character-assets.md에 기록된 기준입니다. [근거 파일] ai-generated-character-assets.md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AGENTS.md는 코딩 전 사고, 단순함 우선, 최소 변경, 목표 중심 실행이라는 4가지 원칙으로 Codex의 추측성 구현과 범위를 벗어난 변경을 통제합니다. 모든 결과는 실제 Unity 프로젝트에서 사람이 검증합니다. [근거 파일] AGENTS.md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 CLI는 정형화된 명령과 결과가 명확한 작업에, Unity MCP는 구조화된 씬 탐색과 다수 GameObject 조작에 우선 사용됩니다. 두 도구 모두 생성형 AI가 아닌 자동화 인터페이스이며, 동시 변경을 금지하는 안전 기준이 있습니다. [근거 파일] unity-automation-tools.md, third-party-assets.md, AGENTS.md (출처: https://github.com/youngwoocho02/unity-cli, MIT 라이선스)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Graphify는 코드와 문서를 지식 그래프로 변환하는 워크플로이며, 기존 그래프가 있으면 재질의를 우선하고 변경 시 update로 증분 갱신합니다. hooks.json에는 Bash 실행 전 graphify hook-check를 수행하는 PreToolUse 훅이 설정되어 있습니다. 실행 횟수나 처리 성과는 문서에서 확인되지 않아 표기하지 않았습니다. [근거 파일] SKILL.md, hooks.json, AGENTS.md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제약형 런타임 AI 디렉터는 game-design-v0.1.md의 기술 파운데이션 후보로, 실제 구현이 완료된 기능이 아닙니다. 20초 단위 텔레메트리 요약과 스키마 검증, 실패 시 규칙 기반 폴백을 통해 심사 환경에서 게임이 멈추지 않도록 설계되었습니다. [근거 파일] game-design-v0.1.md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권리 관련 사항은 ai-generated-character-assets.md와 game-design-v0.1.md에 근거하며, 출처·라이선스는 third-party-assets.md(Kenney CC0, Unity CLI MIT)를 요약했습니다. 결론은 AI가 프로젝트를 자동 완성한 것이 아니라 사람의 설계·선별·검증을 통해 게임 리소스로 완성되었다는 점과, 런타임 디렉터는 미구현 후보라는 점을 강조합니다. [근거 파일] ai-generated-character-assets.md, third-party-assets.md, game-design-v0.1.md (출처: https://kenney.nl/assets/prototype-textures, https://github.com/youngwoocho02/unity-cli)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4A362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120640"/>
            <a:ext cx="2926080" cy="2926080"/>
          </a:xfrm>
          <a:prstGeom prst="ellipse">
            <a:avLst/>
          </a:prstGeom>
          <a:solidFill>
            <a:srgbClr val="4A362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활용 기술 문서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B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쥐생역전: 찍찍런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8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NAN 2026 사전 과제 제출용 · Unity 기반 2D 자동 전투 로그라이크 러너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B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활용 · 운영 기준 · 향후 후보를 구분해 기록합니다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7B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개요와 AI 활용 목표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3E6D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C73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프로젝트명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432304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쥐생역전: 찍찍런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761488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C73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장르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99923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2D 자동 전투 로그라이크 러너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328416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C73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56616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동화풍 식료품 저장실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389534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C73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우선 플랫폼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13308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WebGL / GitHub Pages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" y="446227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C73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1회 플레이 목표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4700016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2~4분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510235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게임은 인터넷, 유료 라이선스, API 키 없이 실행되어야 합니다.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63640" y="173736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플레이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63640" y="2276856"/>
            <a:ext cx="118872" cy="118872"/>
          </a:xfrm>
          <a:prstGeom prst="ellipse">
            <a:avLst/>
          </a:prstGeom>
          <a:solidFill>
            <a:srgbClr val="D97B3F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21945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전진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2660904"/>
            <a:ext cx="118872" cy="118872"/>
          </a:xfrm>
          <a:prstGeom prst="ellipse">
            <a:avLst/>
          </a:prstGeom>
          <a:solidFill>
            <a:srgbClr val="D97B3F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257860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위·아래 자유 이동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3044952"/>
            <a:ext cx="118872" cy="118872"/>
          </a:xfrm>
          <a:prstGeom prst="ellipse">
            <a:avLst/>
          </a:prstGeom>
          <a:solidFill>
            <a:srgbClr val="D97B3F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296265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도토리 자동 공격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3429000"/>
            <a:ext cx="118872" cy="118872"/>
          </a:xfrm>
          <a:prstGeom prst="ellipse">
            <a:avLst/>
          </a:prstGeom>
          <a:solidFill>
            <a:srgbClr val="D97B3F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334670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치즈 회수 및 레벨업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63640" y="3813048"/>
            <a:ext cx="118872" cy="118872"/>
          </a:xfrm>
          <a:prstGeom prst="ellipse">
            <a:avLst/>
          </a:prstGeom>
          <a:solidFill>
            <a:srgbClr val="D97B3F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37307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능력 선택과 전투 방식 진화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63640" y="4197096"/>
            <a:ext cx="118872" cy="118872"/>
          </a:xfrm>
          <a:prstGeom prst="ellipse">
            <a:avLst/>
          </a:prstGeom>
          <a:solidFill>
            <a:srgbClr val="D97B3F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41148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 군단과의 전투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63640" y="46177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3D2B1F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477316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B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문서의 목표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5047488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AI·개발 도구를, 어떤 프롬프트로, 프로젝트의 어느 과정에 활용했으며, 그 결과를 사람이 어떻게 검토·후처리·검증했는지 확인할 수 있도록 기록합니다.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쥐생역전: 찍찍런 · AI 활용 기술 문서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7B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활용 범위 — 실제 활용 / 구성된 워크플로 / 향후 후보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355848" cy="4663440"/>
          </a:xfrm>
          <a:prstGeom prst="roundRect">
            <a:avLst>
              <a:gd name="adj" fmla="val 2180"/>
            </a:avLst>
          </a:prstGeom>
          <a:solidFill>
            <a:srgbClr val="FFFFFF"/>
          </a:solidFill>
          <a:ln w="12700">
            <a:solidFill>
              <a:srgbClr val="E4D5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2990088" cy="548640"/>
          </a:xfrm>
          <a:prstGeom prst="roundRect">
            <a:avLst>
              <a:gd name="adj" fmla="val 10000"/>
            </a:avLst>
          </a:prstGeom>
          <a:solidFill>
            <a:srgbClr val="D97B3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2807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 실제 활용이 확인된 항목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2596896"/>
            <a:ext cx="91440" cy="91440"/>
          </a:xfrm>
          <a:prstGeom prst="ellipse">
            <a:avLst/>
          </a:prstGeom>
          <a:solidFill>
            <a:srgbClr val="D97B3F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487168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Codex 내장 imagegen — 콘셉트 시트·스프라이트 생성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749808" y="3218688"/>
            <a:ext cx="91440" cy="91440"/>
          </a:xfrm>
          <a:prstGeom prst="ellipse">
            <a:avLst/>
          </a:prstGeom>
          <a:solidFill>
            <a:srgbClr val="D97B3F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3108960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remove_chroma_key.py — 크로마키 제거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49808" y="3840480"/>
            <a:ext cx="91440" cy="91440"/>
          </a:xfrm>
          <a:prstGeom prst="ellipse">
            <a:avLst/>
          </a:prstGeom>
          <a:solidFill>
            <a:srgbClr val="D97B3F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730752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생성물 Unity 임포트 및 게임 적용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49808" y="4462272"/>
            <a:ext cx="91440" cy="91440"/>
          </a:xfrm>
          <a:prstGeom prst="ellipse">
            <a:avLst/>
          </a:prstGeom>
          <a:solidFill>
            <a:srgbClr val="D97B3F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4352544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Unity CLI 도입 및 Editor 자동화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49808" y="5084064"/>
            <a:ext cx="91440" cy="91440"/>
          </a:xfrm>
          <a:prstGeom prst="ellipse">
            <a:avLst/>
          </a:prstGeom>
          <a:solidFill>
            <a:srgbClr val="D97B3F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974336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hooks.json의 graphify hook-check 설정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49808" y="5705856"/>
            <a:ext cx="91440" cy="91440"/>
          </a:xfrm>
          <a:prstGeom prst="ellipse">
            <a:avLst/>
          </a:prstGeom>
          <a:solidFill>
            <a:srgbClr val="D97B3F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5596128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협업 규칙과 자동화 도구 선택 기준 적용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416552" y="1600200"/>
            <a:ext cx="3355848" cy="4663440"/>
          </a:xfrm>
          <a:prstGeom prst="roundRect">
            <a:avLst>
              <a:gd name="adj" fmla="val 2180"/>
            </a:avLst>
          </a:prstGeom>
          <a:solidFill>
            <a:srgbClr val="FFFFFF"/>
          </a:solidFill>
          <a:ln w="12700">
            <a:solidFill>
              <a:srgbClr val="E4D5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99432" y="1783080"/>
            <a:ext cx="2990088" cy="548640"/>
          </a:xfrm>
          <a:prstGeom prst="roundRect">
            <a:avLst>
              <a:gd name="adj" fmla="val 10000"/>
            </a:avLst>
          </a:prstGeom>
          <a:solidFill>
            <a:srgbClr val="3F8C82"/>
          </a:solidFill>
          <a:ln/>
        </p:spPr>
      </p:sp>
      <p:sp>
        <p:nvSpPr>
          <p:cNvPr id="21" name="Text 19"/>
          <p:cNvSpPr/>
          <p:nvPr/>
        </p:nvSpPr>
        <p:spPr>
          <a:xfrm>
            <a:off x="4690872" y="1783080"/>
            <a:ext cx="2807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 구성된 워크플로 / 운영 기준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2596896"/>
            <a:ext cx="91440" cy="91440"/>
          </a:xfrm>
          <a:prstGeom prst="ellipse">
            <a:avLst/>
          </a:prstGeom>
          <a:solidFill>
            <a:srgbClr val="3F8C82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487168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Unity CLI · Unity MCP 역할 분리 기준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617720" y="3218688"/>
            <a:ext cx="91440" cy="91440"/>
          </a:xfrm>
          <a:prstGeom prst="ellipse">
            <a:avLst/>
          </a:prstGeom>
          <a:solidFill>
            <a:srgbClr val="3F8C82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3108960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Graphify 기반 코드·문서 지식 그래프 워크플로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4617720" y="3840480"/>
            <a:ext cx="91440" cy="91440"/>
          </a:xfrm>
          <a:prstGeom prst="ellipse">
            <a:avLst/>
          </a:prstGeom>
          <a:solidFill>
            <a:srgbClr val="3F8C82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730752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AGENTS.md에 정의된 AI 협업 원칙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4617720" y="4462272"/>
            <a:ext cx="91440" cy="91440"/>
          </a:xfrm>
          <a:prstGeom prst="ellipse">
            <a:avLst/>
          </a:prstGeom>
          <a:solidFill>
            <a:srgbClr val="3F8C82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4352544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Graphify query·path·explain·update 활용 방식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8284464" y="1600200"/>
            <a:ext cx="3355848" cy="4663440"/>
          </a:xfrm>
          <a:prstGeom prst="roundRect">
            <a:avLst>
              <a:gd name="adj" fmla="val 2180"/>
            </a:avLst>
          </a:prstGeom>
          <a:solidFill>
            <a:srgbClr val="FFFFFF"/>
          </a:solidFill>
          <a:ln w="12700">
            <a:solidFill>
              <a:srgbClr val="E4D5B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67344" y="1783080"/>
            <a:ext cx="2990088" cy="548640"/>
          </a:xfrm>
          <a:prstGeom prst="roundRect">
            <a:avLst>
              <a:gd name="adj" fmla="val 10000"/>
            </a:avLst>
          </a:prstGeom>
          <a:solidFill>
            <a:srgbClr val="7A7267"/>
          </a:solidFill>
          <a:ln/>
        </p:spPr>
      </p:sp>
      <p:sp>
        <p:nvSpPr>
          <p:cNvPr id="32" name="Text 30"/>
          <p:cNvSpPr/>
          <p:nvPr/>
        </p:nvSpPr>
        <p:spPr>
          <a:xfrm>
            <a:off x="8558784" y="1783080"/>
            <a:ext cx="2807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 기획·후보 단계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485632" y="2596896"/>
            <a:ext cx="91440" cy="91440"/>
          </a:xfrm>
          <a:prstGeom prst="ellipse">
            <a:avLst/>
          </a:prstGeom>
          <a:solidFill>
            <a:srgbClr val="7A7267"/>
          </a:solidFill>
          <a:ln/>
        </p:spPr>
      </p:sp>
      <p:sp>
        <p:nvSpPr>
          <p:cNvPr id="34" name="Text 32"/>
          <p:cNvSpPr/>
          <p:nvPr/>
        </p:nvSpPr>
        <p:spPr>
          <a:xfrm>
            <a:off x="8668512" y="2487168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초안·밸런스 가설·테스트 케이스 AI 보조 방향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8485632" y="3218688"/>
            <a:ext cx="91440" cy="91440"/>
          </a:xfrm>
          <a:prstGeom prst="ellipse">
            <a:avLst/>
          </a:prstGeom>
          <a:solidFill>
            <a:srgbClr val="7A7267"/>
          </a:solidFill>
          <a:ln/>
        </p:spPr>
      </p:sp>
      <p:sp>
        <p:nvSpPr>
          <p:cNvPr id="36" name="Text 34"/>
          <p:cNvSpPr/>
          <p:nvPr/>
        </p:nvSpPr>
        <p:spPr>
          <a:xfrm>
            <a:off x="8668512" y="3108960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구조 초안·테스트 보조 방향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8485632" y="3840480"/>
            <a:ext cx="91440" cy="91440"/>
          </a:xfrm>
          <a:prstGeom prst="ellipse">
            <a:avLst/>
          </a:prstGeom>
          <a:solidFill>
            <a:srgbClr val="7A7267"/>
          </a:solidFill>
          <a:ln/>
        </p:spPr>
      </p:sp>
      <p:sp>
        <p:nvSpPr>
          <p:cNvPr id="38" name="Text 36"/>
          <p:cNvSpPr/>
          <p:nvPr/>
        </p:nvSpPr>
        <p:spPr>
          <a:xfrm>
            <a:off x="8668512" y="3730752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20초 텔레메트리 기반 제약형 런타임 AI 디렉터 (후보)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8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B·C 항목은 구성·기준이 확인된 것으로, 실행 횟수나 정량 성과는 표기하지 않습니다. C는 미구현 기획안입니다.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쥐생역전: 찍찍런 · AI 활용 기술 문서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7B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AI 활용 프로세스 (캐릭터 에셋 기준)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1452" y="2148840"/>
            <a:ext cx="1417320" cy="1234440"/>
          </a:xfrm>
          <a:prstGeom prst="roundRect">
            <a:avLst>
              <a:gd name="adj" fmla="val 5185"/>
            </a:avLst>
          </a:prstGeom>
          <a:solidFill>
            <a:srgbClr val="6B4A32"/>
          </a:solidFill>
          <a:ln/>
        </p:spPr>
      </p:sp>
      <p:sp>
        <p:nvSpPr>
          <p:cNvPr id="5" name="Text 3"/>
          <p:cNvSpPr/>
          <p:nvPr/>
        </p:nvSpPr>
        <p:spPr>
          <a:xfrm>
            <a:off x="641452" y="2148840"/>
            <a:ext cx="141732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058772" y="2148840"/>
            <a:ext cx="182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23364" y="2148840"/>
            <a:ext cx="1417320" cy="1234440"/>
          </a:xfrm>
          <a:prstGeom prst="roundRect">
            <a:avLst>
              <a:gd name="adj" fmla="val 5185"/>
            </a:avLst>
          </a:prstGeom>
          <a:solidFill>
            <a:srgbClr val="D97B3F"/>
          </a:solidFill>
          <a:ln/>
        </p:spPr>
      </p:sp>
      <p:sp>
        <p:nvSpPr>
          <p:cNvPr id="8" name="Text 6"/>
          <p:cNvSpPr/>
          <p:nvPr/>
        </p:nvSpPr>
        <p:spPr>
          <a:xfrm>
            <a:off x="2223364" y="2148840"/>
            <a:ext cx="141732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imagegen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40684" y="2148840"/>
            <a:ext cx="182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05276" y="2148840"/>
            <a:ext cx="1417320" cy="1234440"/>
          </a:xfrm>
          <a:prstGeom prst="roundRect">
            <a:avLst>
              <a:gd name="adj" fmla="val 5185"/>
            </a:avLst>
          </a:prstGeom>
          <a:solidFill>
            <a:srgbClr val="D97B3F"/>
          </a:solidFill>
          <a:ln/>
        </p:spPr>
      </p:sp>
      <p:sp>
        <p:nvSpPr>
          <p:cNvPr id="11" name="Text 9"/>
          <p:cNvSpPr/>
          <p:nvPr/>
        </p:nvSpPr>
        <p:spPr>
          <a:xfrm>
            <a:off x="3805276" y="2148840"/>
            <a:ext cx="141732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#00ff00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크로마키 확보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222596" y="2148840"/>
            <a:ext cx="182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87188" y="2148840"/>
            <a:ext cx="1417320" cy="1234440"/>
          </a:xfrm>
          <a:prstGeom prst="roundRect">
            <a:avLst>
              <a:gd name="adj" fmla="val 5185"/>
            </a:avLst>
          </a:prstGeom>
          <a:solidFill>
            <a:srgbClr val="3F8C82"/>
          </a:solidFill>
          <a:ln/>
        </p:spPr>
      </p:sp>
      <p:sp>
        <p:nvSpPr>
          <p:cNvPr id="14" name="Text 12"/>
          <p:cNvSpPr/>
          <p:nvPr/>
        </p:nvSpPr>
        <p:spPr>
          <a:xfrm>
            <a:off x="5387188" y="2148840"/>
            <a:ext cx="141732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remove_chroma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_key.py 처리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04508" y="2148840"/>
            <a:ext cx="182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69100" y="2148840"/>
            <a:ext cx="1417320" cy="1234440"/>
          </a:xfrm>
          <a:prstGeom prst="roundRect">
            <a:avLst>
              <a:gd name="adj" fmla="val 5185"/>
            </a:avLst>
          </a:prstGeom>
          <a:solidFill>
            <a:srgbClr val="3F8C82"/>
          </a:solidFill>
          <a:ln/>
        </p:spPr>
      </p:sp>
      <p:sp>
        <p:nvSpPr>
          <p:cNvPr id="17" name="Text 15"/>
          <p:cNvSpPr/>
          <p:nvPr/>
        </p:nvSpPr>
        <p:spPr>
          <a:xfrm>
            <a:off x="6969100" y="2148840"/>
            <a:ext cx="141732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투명 PNG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86420" y="2148840"/>
            <a:ext cx="182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551012" y="2148840"/>
            <a:ext cx="1417320" cy="1234440"/>
          </a:xfrm>
          <a:prstGeom prst="roundRect">
            <a:avLst>
              <a:gd name="adj" fmla="val 5185"/>
            </a:avLst>
          </a:prstGeom>
          <a:solidFill>
            <a:srgbClr val="3F8C82"/>
          </a:solidFill>
          <a:ln/>
        </p:spPr>
      </p:sp>
      <p:sp>
        <p:nvSpPr>
          <p:cNvPr id="20" name="Text 18"/>
          <p:cNvSpPr/>
          <p:nvPr/>
        </p:nvSpPr>
        <p:spPr>
          <a:xfrm>
            <a:off x="8551012" y="2148840"/>
            <a:ext cx="141732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Unity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임포트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968332" y="2148840"/>
            <a:ext cx="182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132924" y="2148840"/>
            <a:ext cx="1417320" cy="1234440"/>
          </a:xfrm>
          <a:prstGeom prst="roundRect">
            <a:avLst>
              <a:gd name="adj" fmla="val 5185"/>
            </a:avLst>
          </a:prstGeom>
          <a:solidFill>
            <a:srgbClr val="6B4A32"/>
          </a:solidFill>
          <a:ln/>
        </p:spPr>
      </p:sp>
      <p:sp>
        <p:nvSpPr>
          <p:cNvPr id="23" name="Text 21"/>
          <p:cNvSpPr/>
          <p:nvPr/>
        </p:nvSpPr>
        <p:spPr>
          <a:xfrm>
            <a:off x="10132924" y="2148840"/>
            <a:ext cx="141732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크기·가독성·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검증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1452" y="384048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6B4A32"/>
          </a:solidFill>
          <a:ln/>
        </p:spPr>
      </p:sp>
      <p:sp>
        <p:nvSpPr>
          <p:cNvPr id="25" name="Text 23"/>
          <p:cNvSpPr/>
          <p:nvPr/>
        </p:nvSpPr>
        <p:spPr>
          <a:xfrm>
            <a:off x="641452" y="384048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784452" y="384048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D97B3F"/>
          </a:solidFill>
          <a:ln/>
        </p:spPr>
      </p:sp>
      <p:sp>
        <p:nvSpPr>
          <p:cNvPr id="27" name="Text 25"/>
          <p:cNvSpPr/>
          <p:nvPr/>
        </p:nvSpPr>
        <p:spPr>
          <a:xfrm>
            <a:off x="1784452" y="384048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생성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927452" y="384048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3F8C82"/>
          </a:solidFill>
          <a:ln/>
        </p:spPr>
      </p:sp>
      <p:sp>
        <p:nvSpPr>
          <p:cNvPr id="29" name="Text 27"/>
          <p:cNvSpPr/>
          <p:nvPr/>
        </p:nvSpPr>
        <p:spPr>
          <a:xfrm>
            <a:off x="2927452" y="384048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후처리·적용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14400" y="4526280"/>
            <a:ext cx="10332720" cy="1600200"/>
          </a:xfrm>
          <a:prstGeom prst="roundRect">
            <a:avLst>
              <a:gd name="adj" fmla="val 4571"/>
            </a:avLst>
          </a:prstGeom>
          <a:solidFill>
            <a:srgbClr val="F3E6D2"/>
          </a:solidFill>
          <a:ln/>
        </p:spPr>
      </p:sp>
      <p:sp>
        <p:nvSpPr>
          <p:cNvPr id="31" name="Text 29"/>
          <p:cNvSpPr/>
          <p:nvPr/>
        </p:nvSpPr>
        <p:spPr>
          <a:xfrm>
            <a:off x="1188720" y="4681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세부 적용 기준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88720" y="4992624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균일한 #00ff00 크로마키 배경을 사용하고, 경계 샘플링·소프트 매트·디스필 방식으로 제거합니다.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캐릭터 내부의 그림·색상·형태는 별도로 합성하거나 수정하지 않습니다.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최종 결과물을 완성한 것이 아니라, 사람이 프롬프트를 설계하고 결과를 선별한 뒤 후처리·Unity 설정·플레이 검증을 수행합니다.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쥐생역전: 찍찍런 · AI 활용 기술 문서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7B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도구 분류표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063240" y="16916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89320" y="169164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11064240" cy="0"/>
          </a:xfrm>
          <a:prstGeom prst="line">
            <a:avLst/>
          </a:prstGeom>
          <a:noFill/>
          <a:ln w="12700">
            <a:solidFill>
              <a:srgbClr val="D8C7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94560"/>
            <a:ext cx="82296" cy="347472"/>
          </a:xfrm>
          <a:prstGeom prst="roundRect">
            <a:avLst>
              <a:gd name="adj" fmla="val 22222"/>
            </a:avLst>
          </a:prstGeom>
          <a:solidFill>
            <a:srgbClr val="D97B3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4884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B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63240" y="2148840"/>
            <a:ext cx="2788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Codex 내장 imagegen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89320" y="2148840"/>
            <a:ext cx="5166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캐릭터 콘셉트 및 스프라이트 생성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724912"/>
            <a:ext cx="82296" cy="347472"/>
          </a:xfrm>
          <a:prstGeom prst="roundRect">
            <a:avLst>
              <a:gd name="adj" fmla="val 22222"/>
            </a:avLst>
          </a:prstGeom>
          <a:solidFill>
            <a:srgbClr val="D97B3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79192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B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개발 에이전트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63240" y="2679192"/>
            <a:ext cx="2788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Codex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89320" y="2679192"/>
            <a:ext cx="5166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기획·코드·테스트·문서 작업 보조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255264"/>
            <a:ext cx="82296" cy="347472"/>
          </a:xfrm>
          <a:prstGeom prst="roundRect">
            <a:avLst>
              <a:gd name="adj" fmla="val 22222"/>
            </a:avLst>
          </a:prstGeom>
          <a:solidFill>
            <a:srgbClr val="3F8C8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09544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C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후처리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63240" y="3209544"/>
            <a:ext cx="2788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remove_chroma_key.py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89320" y="3209544"/>
            <a:ext cx="5166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크로마키 제거 및 투명 PNG 제작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82296" cy="347472"/>
          </a:xfrm>
          <a:prstGeom prst="roundRect">
            <a:avLst>
              <a:gd name="adj" fmla="val 22222"/>
            </a:avLst>
          </a:prstGeom>
          <a:solidFill>
            <a:srgbClr val="3F8C82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739896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C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Unity 자동화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63240" y="3739896"/>
            <a:ext cx="2788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Unity CLI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989320" y="3739896"/>
            <a:ext cx="5166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정형화된 Editor 명령과 검증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315968"/>
            <a:ext cx="82296" cy="347472"/>
          </a:xfrm>
          <a:prstGeom prst="roundRect">
            <a:avLst>
              <a:gd name="adj" fmla="val 22222"/>
            </a:avLst>
          </a:prstGeom>
          <a:solidFill>
            <a:srgbClr val="3F8C82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27024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C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Unity 구조화 자동화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63240" y="4270248"/>
            <a:ext cx="2788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Unity MCP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989320" y="4270248"/>
            <a:ext cx="5166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씬·컴포넌트·Prefab·UI 조작과 시각 검증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846320"/>
            <a:ext cx="82296" cy="347472"/>
          </a:xfrm>
          <a:prstGeom prst="roundRect">
            <a:avLst>
              <a:gd name="adj" fmla="val 22222"/>
            </a:avLst>
          </a:prstGeom>
          <a:solidFill>
            <a:srgbClr val="3F8C82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80060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C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코드베이스 분석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63240" y="4800600"/>
            <a:ext cx="2788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Graphify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989320" y="4800600"/>
            <a:ext cx="5166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AST·의미 추출 기반 지식 그래프 구성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5376672"/>
            <a:ext cx="82296" cy="347472"/>
          </a:xfrm>
          <a:prstGeom prst="roundRect">
            <a:avLst>
              <a:gd name="adj" fmla="val 22222"/>
            </a:avLst>
          </a:prstGeom>
          <a:solidFill>
            <a:srgbClr val="8C7355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5330952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73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에셋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063240" y="5330952"/>
            <a:ext cx="2788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Kenney Prototype Textures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989320" y="5330952"/>
            <a:ext cx="5166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개발용 임시 텍스처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" y="595274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8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Codex의 구체적인 모델명이나 버전은 첨부 문서에서 확인되지 않아 표기하지 않았습니다.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쥐생역전: 찍찍런 · AI 활용 기술 문서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7B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PROMPT · 실제 사용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캐릭터 콘셉트 시트 프롬프트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109960" cy="2880360"/>
          </a:xfrm>
          <a:prstGeom prst="roundRect">
            <a:avLst>
              <a:gd name="adj" fmla="val 1905"/>
            </a:avLst>
          </a:prstGeom>
          <a:solidFill>
            <a:srgbClr val="3D2B1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10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B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(원문)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105613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동화풍 식료품 저장실을 배경으로 하는 빠른 횡스크롤 게임의 캐릭터 컨셉시트.</a:t>
            </a:r>
            <a:endParaRPr lang="en-US" sz="16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플레이어 쥐 1종과 기본형·속공형·중장형 고양이 3종을 동일한 측면 시점과</a:t>
            </a:r>
            <a:endParaRPr lang="en-US" sz="16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일관된 팔레트, 짙은 갈색 외곽선, 부드러운 과슈 질감으로 표현한다.</a:t>
            </a:r>
            <a:endParaRPr lang="en-US" sz="16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화면에서도 읽히는 실루엣을 사용하고 글자, 로고, 워터마크는 넣지 않는다.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4754880"/>
            <a:ext cx="11109960" cy="1280160"/>
          </a:xfrm>
          <a:prstGeom prst="roundRect">
            <a:avLst>
              <a:gd name="adj" fmla="val 5000"/>
            </a:avLst>
          </a:prstGeom>
          <a:solidFill>
            <a:srgbClr val="F3E6D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937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C73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도구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5212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Codex 내장 imagegen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0" y="4937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C73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생성일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0" y="5212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55280" y="4937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C73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참조 이미지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55280" y="5212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쥐생역전: 찍찍런 · AI 활용 기술 문서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7B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PROMPT · 실제 사용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캐릭터별 스프라이트 생성 지시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09960" cy="1691640"/>
          </a:xfrm>
          <a:prstGeom prst="roundRect">
            <a:avLst>
              <a:gd name="adj" fmla="val 3243"/>
            </a:avLst>
          </a:prstGeom>
          <a:solidFill>
            <a:srgbClr val="3D2B1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B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공통 생성 조건 (PROMPT 원문)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029968"/>
            <a:ext cx="10561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컨셉시트의 비율, 외곽선, 팔레트와 렌더링 방식을 유지한다.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캐릭터 한 개만 전신으로 배치하고 모든 신체와 꼬리를 화면 안에 포함한다.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배경은 균일한 #00ff00 크로마키로 만들며 그림자, 바닥, 글자, 로고,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워터마크와 추가 캐릭터를 넣지 않는다.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34930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캐릭터별 개별 생성 지시 (원문)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26974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4D5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4069080"/>
            <a:ext cx="2368296" cy="365760"/>
          </a:xfrm>
          <a:prstGeom prst="roundRect">
            <a:avLst>
              <a:gd name="adj" fmla="val 50000"/>
            </a:avLst>
          </a:prstGeom>
          <a:solidFill>
            <a:srgbClr val="D97B3F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4069080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플레이어 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572000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오른쪽을 향해 도토리 발사기를 들고 달리는 전신 자세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83280" y="3886200"/>
            <a:ext cx="26974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4D5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47872" y="4069080"/>
            <a:ext cx="2368296" cy="365760"/>
          </a:xfrm>
          <a:prstGeom prst="roundRect">
            <a:avLst>
              <a:gd name="adj" fmla="val 50000"/>
            </a:avLst>
          </a:prstGeom>
          <a:solidFill>
            <a:srgbClr val="D97B3F"/>
          </a:solidFill>
          <a:ln/>
        </p:spPr>
      </p:sp>
      <p:sp>
        <p:nvSpPr>
          <p:cNvPr id="14" name="Text 12"/>
          <p:cNvSpPr/>
          <p:nvPr/>
        </p:nvSpPr>
        <p:spPr>
          <a:xfrm>
            <a:off x="3547872" y="4069080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기본형 고양이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4572000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왼쪽을 향해 달리는 주황색 고양이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886200"/>
            <a:ext cx="26974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4D5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82512" y="4069080"/>
            <a:ext cx="2368296" cy="365760"/>
          </a:xfrm>
          <a:prstGeom prst="roundRect">
            <a:avLst>
              <a:gd name="adj" fmla="val 50000"/>
            </a:avLst>
          </a:prstGeom>
          <a:solidFill>
            <a:srgbClr val="D97B3F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4069080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속공형 고양이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4572000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왼쪽을 향해 낮고 길게 질주하는 검회색 고양이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52560" y="3886200"/>
            <a:ext cx="26974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4D5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17152" y="4069080"/>
            <a:ext cx="2368296" cy="365760"/>
          </a:xfrm>
          <a:prstGeom prst="roundRect">
            <a:avLst>
              <a:gd name="adj" fmla="val 50000"/>
            </a:avLst>
          </a:prstGeom>
          <a:solidFill>
            <a:srgbClr val="D97B3F"/>
          </a:solidFill>
          <a:ln/>
        </p:spPr>
      </p:sp>
      <p:sp>
        <p:nvSpPr>
          <p:cNvPr id="22" name="Text 20"/>
          <p:cNvSpPr/>
          <p:nvPr/>
        </p:nvSpPr>
        <p:spPr>
          <a:xfrm>
            <a:off x="9217152" y="4069080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중장형 고양이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35440" y="4572000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목재 갑옷을 입고 왼쪽으로 전진하는 보라빛 고양이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쥐생역전: 찍찍런 · AI 활용 기술 문서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7B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생성 결과물과 프로젝트 적용 경로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0996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91640"/>
            <a:ext cx="1051560" cy="640080"/>
          </a:xfrm>
          <a:prstGeom prst="roundRect">
            <a:avLst>
              <a:gd name="adj" fmla="val 7143"/>
            </a:avLst>
          </a:prstGeom>
          <a:solidFill>
            <a:srgbClr val="EFE2C8"/>
          </a:solidFill>
          <a:ln w="12700">
            <a:solidFill>
              <a:srgbClr val="D8C7AA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85800" y="169164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73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이미지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C73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삽입 위치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920240" y="1673352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캐릭터 콘셉트 시트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931920" y="1673352"/>
            <a:ext cx="4114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콘셉트 시트 프롬프트 (슬라이드 6 참고)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138160" y="1673352"/>
            <a:ext cx="3383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4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Assets/_Project/Art/Concepts/Characters/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4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CatMouse_CharacterConcept_v1.png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11109960" cy="822960"/>
          </a:xfrm>
          <a:prstGeom prst="rect">
            <a:avLst/>
          </a:prstGeom>
          <a:solidFill>
            <a:srgbClr val="F3E6D2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514600"/>
            <a:ext cx="1051560" cy="640080"/>
          </a:xfrm>
          <a:prstGeom prst="roundRect">
            <a:avLst>
              <a:gd name="adj" fmla="val 7143"/>
            </a:avLst>
          </a:prstGeom>
          <a:solidFill>
            <a:srgbClr val="EFE2C8"/>
          </a:solidFill>
          <a:ln w="12700">
            <a:solidFill>
              <a:srgbClr val="D8C7AA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85800" y="251460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73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이미지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C73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삽입 위치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920240" y="2496312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플레이어 쥐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931920" y="2496312"/>
            <a:ext cx="4114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오른쪽을 향해 도토리 발사기를 들고 달리는 전신 자세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38160" y="2496312"/>
            <a:ext cx="3383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4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Assets/_Project/Art/Sprites/Characters/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4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PlayerMouse_v1.png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1110996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337560"/>
            <a:ext cx="1051560" cy="640080"/>
          </a:xfrm>
          <a:prstGeom prst="roundRect">
            <a:avLst>
              <a:gd name="adj" fmla="val 7143"/>
            </a:avLst>
          </a:prstGeom>
          <a:solidFill>
            <a:srgbClr val="EFE2C8"/>
          </a:solidFill>
          <a:ln w="12700">
            <a:solidFill>
              <a:srgbClr val="D8C7AA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85800" y="333756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73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이미지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C73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삽입 위치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920240" y="3319272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기본형 고양이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931920" y="3319272"/>
            <a:ext cx="4114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왼쪽을 향해 달리는 주황색 고양이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138160" y="3319272"/>
            <a:ext cx="3383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4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Assets/_Project/Art/Sprites/Characters/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4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EnemyCat_Default_v1.png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4069080"/>
            <a:ext cx="11109960" cy="822960"/>
          </a:xfrm>
          <a:prstGeom prst="rect">
            <a:avLst/>
          </a:prstGeom>
          <a:solidFill>
            <a:srgbClr val="F3E6D2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4160520"/>
            <a:ext cx="1051560" cy="640080"/>
          </a:xfrm>
          <a:prstGeom prst="roundRect">
            <a:avLst>
              <a:gd name="adj" fmla="val 7143"/>
            </a:avLst>
          </a:prstGeom>
          <a:solidFill>
            <a:srgbClr val="EFE2C8"/>
          </a:solidFill>
          <a:ln w="12700">
            <a:solidFill>
              <a:srgbClr val="D8C7AA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685800" y="416052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73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이미지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C73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삽입 위치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920240" y="4142232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속공형 고양이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931920" y="4142232"/>
            <a:ext cx="4114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왼쪽을 향해 낮고 길게 질주하는 검회색 고양이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138160" y="4142232"/>
            <a:ext cx="3383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4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Assets/_Project/Art/Sprites/Characters/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4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EnemyCat_Swift_v1.png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4892040"/>
            <a:ext cx="1110996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" y="4983480"/>
            <a:ext cx="1051560" cy="640080"/>
          </a:xfrm>
          <a:prstGeom prst="roundRect">
            <a:avLst>
              <a:gd name="adj" fmla="val 7143"/>
            </a:avLst>
          </a:prstGeom>
          <a:solidFill>
            <a:srgbClr val="EFE2C8"/>
          </a:solidFill>
          <a:ln w="12700">
            <a:solidFill>
              <a:srgbClr val="D8C7AA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685800" y="498348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73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이미지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C73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삽입 위치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920240" y="4965192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중장형 고양이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931920" y="4965192"/>
            <a:ext cx="4114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목재 갑옷을 입고 왼쪽으로 전진하는 보라빛 고양이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8160" y="4965192"/>
            <a:ext cx="3383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4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Assets/_Project/Art/Sprites/Characters/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4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EnemyCat_Tank_v1.png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5788152"/>
            <a:ext cx="11109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8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실제 이미지 파일이 첨부되지 않아 임의 생성 없이 파일 경로와 삽입 위치 플레이스홀더로 표기했습니다.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쥐생역전: 찍찍런 · AI 활용 기술 문서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F8C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POST-PROCESSING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크로마키 후처리와 Unity 적용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3E6D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8C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크로마키 제거 방식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균일한 #00ff00 배경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경계 샘플링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소프트 매트 처리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디스필(Despill) 처리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7033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캐릭터 내부의 그림·색상·형태는 별도로 합성하거나 수정하지 않습니다.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4572000"/>
            <a:ext cx="3063240" cy="0"/>
          </a:xfrm>
          <a:prstGeom prst="line">
            <a:avLst/>
          </a:prstGeom>
          <a:noFill/>
          <a:ln w="12700">
            <a:solidFill>
              <a:srgbClr val="D8C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681728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8C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9377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remove_chroma_key.py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4340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8C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Unity Import 설정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43400" y="2048256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C7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204825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Sprite (2D and UI)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43400" y="2542032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C7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254203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Single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43400" y="3035808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C7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303580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 중앙 피벗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43400" y="3529584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C7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352958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Bilinear 필터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43400" y="402336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C7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40233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Mipmap 비활성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001000" y="1645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8C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표시 높이 (기준)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001000" y="2048256"/>
            <a:ext cx="35661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4D5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204825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플레이어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966960" y="204825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F8C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1.0 유닛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01000" y="2432304"/>
            <a:ext cx="35661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4D5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38160" y="243230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기본형 고양이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966960" y="243230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F8C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1.0 유닛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01000" y="2816352"/>
            <a:ext cx="35661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4D5B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8160" y="28163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속공형 고양이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966960" y="281635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F8C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0.85 유닛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001000" y="3200400"/>
            <a:ext cx="35661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4D5B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38160" y="32004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중장형 고양이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966960" y="32004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F8C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1.25 유닛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343400" y="4480560"/>
            <a:ext cx="7223760" cy="1280160"/>
          </a:xfrm>
          <a:prstGeom prst="roundRect">
            <a:avLst>
              <a:gd name="adj" fmla="val 5714"/>
            </a:avLst>
          </a:prstGeom>
          <a:solidFill>
            <a:srgbClr val="F3E6D2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0" y="4617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8C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러닝 연출 방식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572000" y="489204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애니메이션 프레임 합성이 아니라, 시각 자식 Transform의 상하 바운스와 미세 회전으로 달리기 느낌을 구현합니다.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5870448"/>
            <a:ext cx="11109960" cy="566928"/>
          </a:xfrm>
          <a:prstGeom prst="roundRect">
            <a:avLst>
              <a:gd name="adj" fmla="val 9677"/>
            </a:avLst>
          </a:prstGeom>
          <a:solidFill>
            <a:srgbClr val="3D2B1F"/>
          </a:solidFill>
          <a:ln/>
        </p:spPr>
      </p:sp>
      <p:sp>
        <p:nvSpPr>
          <p:cNvPr id="42" name="Text 40"/>
          <p:cNvSpPr/>
          <p:nvPr/>
        </p:nvSpPr>
        <p:spPr>
          <a:xfrm>
            <a:off x="777240" y="5870448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최종 결과물을 완성한 것이 아니라, 사람이 프롬프트를 설계하고 결과를 선별한 뒤 후처리·Unity 설정·플레이 검증을 수행했습니다.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쥐생역전: 찍찍런 · AI 활용 기술 문서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7B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COLLABORATION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협업 규칙과 인간 검수 체계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109960" cy="502920"/>
          </a:xfrm>
          <a:prstGeom prst="roundRect">
            <a:avLst>
              <a:gd name="adj" fmla="val 10909"/>
            </a:avLst>
          </a:prstGeom>
          <a:solidFill>
            <a:srgbClr val="F0DCC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10652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AGENTS.md는 Codex의 과도한 추측과 임의 변경을 막는 안전장치로 기능합니다.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611880" cy="36576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4D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468880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D97B3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68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전 원칙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200400"/>
            <a:ext cx="91440" cy="91440"/>
          </a:xfrm>
          <a:prstGeom prst="ellipse">
            <a:avLst/>
          </a:prstGeom>
          <a:solidFill>
            <a:srgbClr val="D97B3F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08152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전제와 가정을 명시적으로 밝힘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4041648"/>
            <a:ext cx="91440" cy="91440"/>
          </a:xfrm>
          <a:prstGeom prst="ellipse">
            <a:avLst/>
          </a:prstGeom>
          <a:solidFill>
            <a:srgbClr val="D97B3F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922776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불명확한 요구사항을 임의로 추측하지 않음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4882896"/>
            <a:ext cx="91440" cy="91440"/>
          </a:xfrm>
          <a:prstGeom prst="ellipse">
            <a:avLst/>
          </a:prstGeom>
          <a:solidFill>
            <a:srgbClr val="D97B3F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764024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해석이 여러 가지면 선택지와 장단점을 제시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97680" y="2286000"/>
            <a:ext cx="3611880" cy="36576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4D5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2468880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D97B3F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2468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범위 원칙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26280" y="3200400"/>
            <a:ext cx="91440" cy="91440"/>
          </a:xfrm>
          <a:prstGeom prst="ellipse">
            <a:avLst/>
          </a:prstGeom>
          <a:solidFill>
            <a:srgbClr val="D97B3F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308152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범위를 벗어난 기능을 추가하지 않음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26280" y="4041648"/>
            <a:ext cx="91440" cy="91440"/>
          </a:xfrm>
          <a:prstGeom prst="ellipse">
            <a:avLst/>
          </a:prstGeom>
          <a:solidFill>
            <a:srgbClr val="D97B3F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3922776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문제를 해결하는 최소한의 코드만 작성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26280" y="4882896"/>
            <a:ext cx="91440" cy="91440"/>
          </a:xfrm>
          <a:prstGeom prst="ellipse">
            <a:avLst/>
          </a:prstGeom>
          <a:solidFill>
            <a:srgbClr val="D97B3F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4764024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없는 코드는 수정·리팩터링하지 않음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46720" y="2286000"/>
            <a:ext cx="3611880" cy="36576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4D5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2468880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D97B3F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2468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원칙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75320" y="3200400"/>
            <a:ext cx="91440" cy="91440"/>
          </a:xfrm>
          <a:prstGeom prst="ellipse">
            <a:avLst/>
          </a:prstGeom>
          <a:solidFill>
            <a:srgbClr val="D97B3F"/>
          </a:solidFill>
          <a:ln/>
        </p:spPr>
      </p:sp>
      <p:sp>
        <p:nvSpPr>
          <p:cNvPr id="28" name="Text 26"/>
          <p:cNvSpPr/>
          <p:nvPr/>
        </p:nvSpPr>
        <p:spPr>
          <a:xfrm>
            <a:off x="8458200" y="308152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작업을 검증 가능한 성공 기준으로 변환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75320" y="4041648"/>
            <a:ext cx="91440" cy="91440"/>
          </a:xfrm>
          <a:prstGeom prst="ellipse">
            <a:avLst/>
          </a:prstGeom>
          <a:solidFill>
            <a:srgbClr val="D97B3F"/>
          </a:solidFill>
          <a:ln/>
        </p:spPr>
      </p:sp>
      <p:sp>
        <p:nvSpPr>
          <p:cNvPr id="30" name="Text 28"/>
          <p:cNvSpPr/>
          <p:nvPr/>
        </p:nvSpPr>
        <p:spPr>
          <a:xfrm>
            <a:off x="8458200" y="3922776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코드·패키지·설정·문서 변경을 목적 단위로 구분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275320" y="4882896"/>
            <a:ext cx="91440" cy="91440"/>
          </a:xfrm>
          <a:prstGeom prst="ellipse">
            <a:avLst/>
          </a:prstGeom>
          <a:solidFill>
            <a:srgbClr val="D97B3F"/>
          </a:solidFill>
          <a:ln/>
        </p:spPr>
      </p:sp>
      <p:sp>
        <p:nvSpPr>
          <p:cNvPr id="32" name="Text 30"/>
          <p:cNvSpPr/>
          <p:nvPr/>
        </p:nvSpPr>
        <p:spPr>
          <a:xfrm>
            <a:off x="8458200" y="4764024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작성·수정한 결과도 실제 Unity 프로젝트에서 검증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쥐생역전: 찍찍런 · AI 활용 기술 문서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F8C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Unity CLI · Unity MCP 자동화 및 검증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3E6D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5564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8C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Unity CLI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C73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94560" y="221284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v0.3.22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542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C73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제작자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94560" y="254203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DevBookOfArray (youngwoocho02)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28712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C73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94560" y="287121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C73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도입일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94560" y="32004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2026-07-28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35844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C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용도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858768"/>
            <a:ext cx="4800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Editor 상태 확인 · 콘솔 오류 조회 · 플레이·정지·일시정지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에셋 새로고침·컴파일 요청 · EditMode·PlayMode 테스트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스크린샷·프로파일러 확인 · 씬·Prefab·.asset 리시리얼라이즈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제한된 일회성 Unity API 실행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1572768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3E6D2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175564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8C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Unity MCP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37960" y="221284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 모델이 아닌, 구조화된 씬·컴포넌트 조작과 시각 검증을 위한 자동화 인터페이스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C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용도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3108960"/>
            <a:ext cx="4800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씬 계층과 컴포넌트 구조 탐색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다수 GameObject·Prefab·UI 조작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카메라·패키지·에셋 관리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반복적인 Game View·Scene View 검증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870448"/>
            <a:ext cx="11109960" cy="548640"/>
          </a:xfrm>
          <a:prstGeom prst="roundRect">
            <a:avLst>
              <a:gd name="adj" fmla="val 10000"/>
            </a:avLst>
          </a:prstGeom>
          <a:solidFill>
            <a:srgbClr val="3D2B1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870448"/>
            <a:ext cx="10652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기준: 같은 대상을 CLI와 MCP로 동시에 변경하지 않으며, 도구 전환 전 컴파일·저장·도메인 리로드 완료를 확인합니다.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쥐생역전: 찍찍런 · AI 활용 기술 문서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F8C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KNOWLEDGE GRAPH · 구성된 워크플로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Graphify 지식 그래프 워크플로와 훅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3E6D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8C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역할과 결과물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코드·문서·논문·이미지·영상을 지식 그래프로 변환합니다. 코드 파일은 AST 기반, 문서·이미지는 의미 기반으로 추출합니다.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C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대화형 HTML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GraphRAG용 JSON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79476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GRAPH_REPORT.md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224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C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명령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535424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— 관련 코드와 개념 탐색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— 두 개념 사이 연결 경로 확인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— 특정 노드 설명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— 변경된 파일을 증분 갱신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155448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5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73736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8C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기준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537960" y="2103120"/>
            <a:ext cx="4800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graph.json이 있으면 전체 재생성보다 기존 그래프 질의(query/path/explain)를 우선합니다.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또는 코드 경로 변경 후에는 graphify update . 로 AST 그래프를 갱신합니다.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406908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3D2B1F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422452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B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hooks.json 설정 (실제 활용 확인)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4517136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PreToolUse 단계에서 Bash 실행 전에 graphify hook-check를 실행하도록 설정되어 있습니다.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92240" y="507492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9B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hooks.json은 훅이 설정되어 있다는 근거이며, 실행 횟수·처리 성과는 첨부 문서에서 확인되지 않습니다.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8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Graphify는 구성된 워크플로와 안전장치이며, 처리 노드 수·속도·시간 절감률은 표기하지 않습니다.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쥐생역전: 찍찍런 · AI 활용 기술 문서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2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CANDIDATE · 미구현 기획안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런타임 AI 디렉터 후보와 안전장치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109960" cy="502920"/>
          </a:xfrm>
          <a:prstGeom prst="roundRect">
            <a:avLst>
              <a:gd name="adj" fmla="val 10909"/>
            </a:avLst>
          </a:prstGeom>
          <a:solidFill>
            <a:srgbClr val="E7E2D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10652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 기능은 기술 파운데이션 후보이며 실제 구현이 완료되지 않았습니다. 미구현 기획안으로 표시합니다.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56616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7D2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505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72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20초마다 집계된 플레이 텔레메트리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체력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5204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세로 이동량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8862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치즈 회수율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42519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선택 빌드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15968" y="2286000"/>
            <a:ext cx="356616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7D2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4568" y="24505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72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· 검증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44568" y="2788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44568" y="3063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허용된 JSON 조우 카드 ID, 난이도 가중치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44568" y="3611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44568" y="3886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스키마 검사, 최대 난이도 제한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44568" y="4434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2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시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44568" y="47091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A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기반 조우 선택기로 즉시 폴백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83296" y="2286000"/>
            <a:ext cx="3575304" cy="3520440"/>
          </a:xfrm>
          <a:prstGeom prst="roundRect">
            <a:avLst>
              <a:gd name="adj" fmla="val 2078"/>
            </a:avLst>
          </a:prstGeom>
          <a:solidFill>
            <a:srgbClr val="3D2B1F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24505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72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목적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321040" y="278892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프레임 생성형 AI를 호출하지 않고 20초 단위로만 요약합니다. 네트워크·API 키·응답 지연 때문에 심사 환경의 게임이 멈추지 않도록 설계된 제약형 구조입니다.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쥐생역전: 찍찍런 · AI 활용 기술 문서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D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754880"/>
            <a:ext cx="3657600" cy="3657600"/>
          </a:xfrm>
          <a:prstGeom prst="ellipse">
            <a:avLst/>
          </a:prstGeom>
          <a:solidFill>
            <a:srgbClr val="4A36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에셋·라이선스·권리 및 결론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B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권리 및 안전성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1554480"/>
            <a:ext cx="82296" cy="82296"/>
          </a:xfrm>
          <a:prstGeom prst="ellipse">
            <a:avLst/>
          </a:prstGeom>
          <a:solidFill>
            <a:srgbClr val="D97B3F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453896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참조 이미지 없이 캐릭터 에셋 생성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594360" y="1956816"/>
            <a:ext cx="82296" cy="82296"/>
          </a:xfrm>
          <a:prstGeom prst="ellipse">
            <a:avLst/>
          </a:prstGeom>
          <a:solidFill>
            <a:srgbClr val="D97B3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856232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특정 게임의 캐릭터·로고·추출 에셋을 입력 참조로 사용하지 않음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94360" y="2359152"/>
            <a:ext cx="82296" cy="82296"/>
          </a:xfrm>
          <a:prstGeom prst="ellipse">
            <a:avLst/>
          </a:prstGeom>
          <a:solidFill>
            <a:srgbClr val="D97B3F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258568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글자·로고·워터마크 제외 조건을 프롬프트에 명시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94360" y="2761488"/>
            <a:ext cx="82296" cy="82296"/>
          </a:xfrm>
          <a:prstGeom prst="ellipse">
            <a:avLst/>
          </a:prstGeom>
          <a:solidFill>
            <a:srgbClr val="D97B3F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660904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외부 생성 원본은 제출 소스에 포함하지 않음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94360" y="3163824"/>
            <a:ext cx="82296" cy="82296"/>
          </a:xfrm>
          <a:prstGeom prst="ellipse">
            <a:avLst/>
          </a:prstGeom>
          <a:solidFill>
            <a:srgbClr val="D97B3F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06324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생성물의 프롬프트와 인간 수정 내역을 기록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94360" y="3566160"/>
            <a:ext cx="82296" cy="82296"/>
          </a:xfrm>
          <a:prstGeom prst="ellipse">
            <a:avLst/>
          </a:prstGeom>
          <a:solidFill>
            <a:srgbClr val="D97B3F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465576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에셋과 AI 생성 에셋을 구분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94360" y="3968496"/>
            <a:ext cx="82296" cy="82296"/>
          </a:xfrm>
          <a:prstGeom prst="ellipse">
            <a:avLst/>
          </a:prstGeom>
          <a:solidFill>
            <a:srgbClr val="D97B3F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867912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전 이미지 생성 도구의 최신 이용 약관·공모전 표기 요건 재확인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94360" y="4370832"/>
            <a:ext cx="82296" cy="82296"/>
          </a:xfrm>
          <a:prstGeom prst="ellipse">
            <a:avLst/>
          </a:prstGeom>
          <a:solidFill>
            <a:srgbClr val="D97B3F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4270248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실행은 외부 AI 서비스·네트워크·API 키에 의존하지 않음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6492240" y="10515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8C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· 라이선스 요약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92240" y="148132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Kenney Prototype Textures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92240" y="1737360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CC0 · kenney.nl/assets/prototype-textures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1965960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0A1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2026-07-17 도입 · 개발 씬 임시 격자 오버레이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92240" y="230428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Unity CLI v0.3.22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92240" y="2560320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 · github.com/youngwoocho02/unity-cli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2788920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0A1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2026-07-28 도입 · DevBookOfArray(youngwoocho02)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92240" y="3246120"/>
            <a:ext cx="5120640" cy="2651760"/>
          </a:xfrm>
          <a:prstGeom prst="roundRect">
            <a:avLst>
              <a:gd name="adj" fmla="val 2759"/>
            </a:avLst>
          </a:prstGeom>
          <a:solidFill>
            <a:srgbClr val="4A3627"/>
          </a:solidFill>
          <a:ln/>
        </p:spPr>
      </p:sp>
      <p:sp>
        <p:nvSpPr>
          <p:cNvPr id="29" name="Text 27"/>
          <p:cNvSpPr/>
          <p:nvPr/>
        </p:nvSpPr>
        <p:spPr>
          <a:xfrm>
            <a:off x="6720840" y="34015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B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720840" y="370332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7EC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캐릭터 콘셉트·스프라이트 생성과 협업·자동화·지식 그래프 워크플로 구성에 활용되었습니다. 개발자가 프롬프트를 설계하고 결과물을 선별·후처리·검증하여 실제 Unity 게임 리소스로 완성했으며, 런타임 AI 디렉터는 아직 구현되지 않은 기술 후보입니다.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쥐생역전: 찍찍런 · AI 활용 기술 문서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2026-08-05T01:07:31Z</dcterms:created>
  <dcterms:modified xsi:type="dcterms:W3CDTF">2026-08-05T01:07:31Z</dcterms:modified>
</cp:coreProperties>
</file>